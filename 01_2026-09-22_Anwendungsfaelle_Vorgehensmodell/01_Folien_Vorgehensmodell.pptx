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>
        <p:scale>
          <a:sx n="88" d="100"/>
          <a:sy n="88" d="100"/>
        </p:scale>
        <p:origin x="210" y="57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F2154472-16D7-46D5-B8D0-F8FEF091E191}"/>
    <pc:docChg chg="modSld">
      <pc:chgData name="Sebastian Schaffenroth" userId="83ba2d4c-f1cc-45fa-9036-06081a77fcd1" providerId="ADAL" clId="{F2154472-16D7-46D5-B8D0-F8FEF091E191}" dt="2026-09-22T09:36:17.356" v="0" actId="1076"/>
      <pc:docMkLst>
        <pc:docMk/>
      </pc:docMkLst>
      <pc:sldChg chg="modSp mod">
        <pc:chgData name="Sebastian Schaffenroth" userId="83ba2d4c-f1cc-45fa-9036-06081a77fcd1" providerId="ADAL" clId="{F2154472-16D7-46D5-B8D0-F8FEF091E191}" dt="2026-09-22T09:36:17.356" v="0" actId="1076"/>
        <pc:sldMkLst>
          <pc:docMk/>
          <pc:sldMk cId="0" sldId="270"/>
        </pc:sldMkLst>
        <pc:picChg chg="mod">
          <ac:chgData name="Sebastian Schaffenroth" userId="83ba2d4c-f1cc-45fa-9036-06081a77fcd1" providerId="ADAL" clId="{F2154472-16D7-46D5-B8D0-F8FEF091E191}" dt="2026-09-22T09:36:17.356" v="0" actId="1076"/>
          <ac:picMkLst>
            <pc:docMk/>
            <pc:sldMk cId="0" sldId="270"/>
            <ac:picMk id="3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22.09.2026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22.09.2026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22.09.2026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22.09.2026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22.09.2026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22.09.2026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22.09.2026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22.09.2026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22.09.2026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22.09.2026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Einstieg und Vorgehensmodell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 · Computer Vision · DS 01 · 22.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F4C18-A74B-7CA9-8A35-7A467B89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Anwendungsfälle KI in der Praxis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93F99A-EE72-A6E2-E3A6-65BC5847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900">
                <a:latin typeface="Carlito"/>
              </a:rPr>
              <a:t>Schaffenroth, Sebastian | KI-Systementwicklung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233A427-E0EA-E2AB-365E-1FFC73B42AD3}"/>
              </a:ext>
            </a:extLst>
          </p:cNvPr>
          <p:cNvSpPr txBox="1"/>
          <p:nvPr/>
        </p:nvSpPr>
        <p:spPr>
          <a:xfrm>
            <a:off x="877824" y="2206752"/>
            <a:ext cx="104363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/>
              <a:t>In welchen </a:t>
            </a:r>
            <a:r>
              <a:rPr lang="de-DE" sz="6000"/>
              <a:t>Bereichen habt ihr </a:t>
            </a:r>
            <a:r>
              <a:rPr lang="de-DE" sz="6000" dirty="0"/>
              <a:t>KI eingesetzt?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571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Was eine Kamera in der Industrie abnimmt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Versuch — und warum er scheitert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sechs Stationen eines KI-Projekts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Leitprojekt bis Weihnachten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Eine Kamera nimmt fünf verschiedene Fragen ab</a:t>
            </a:r>
          </a:p>
        </p:txBody>
      </p:sp>
      <p:pic>
        <p:nvPicPr>
          <p:cNvPr id="3" name="Picture 2" descr="07_Grafik_01_Fuenf_Zwec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3534"/>
            <a:ext cx="11420856" cy="4774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Zwei Fehler — und sie kosten nicht dasselbe</a:t>
            </a:r>
          </a:p>
        </p:txBody>
      </p:sp>
      <p:pic>
        <p:nvPicPr>
          <p:cNvPr id="3" name="Picture 2" descr="07_Grafik_02_Zwei_Feh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66476"/>
            <a:ext cx="11420856" cy="4709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Für den Rechner ist ein Bild eine Tabelle aus Zahlen</a:t>
            </a:r>
          </a:p>
        </p:txBody>
      </p:sp>
      <p:pic>
        <p:nvPicPr>
          <p:cNvPr id="3" name="Picture 2" descr="07_Grafik_03_Licht_zur_Entscheid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22606"/>
            <a:ext cx="11420856" cy="4596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Was eine Kamera in der Industrie abnimmt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Der Versuch — und warum er scheitert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sechs Stationen eines KI-Projekts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Leitprojekt bis Weihnachten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seid ihr dran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109960" cy="3977639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10287000" cy="33375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Zwei Klassen, zwei Minuten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Zwei Alltagsgegenstände aussuchen — Klasse A und Klasse B.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teachablemachine.withgoogle.com  →  Bild-Projekt  →  Standard.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15 Bilder je Klasse. Zwei Minuten je Klasse. Ich stoppe.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Schnell, nicht sorgfältig. Dann trainieren lassen.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Protokoll: P2 auf dem Arbeitsblatt.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rlito"/>
              </a:rPr>
              <a:t>Gleiches</a:t>
            </a:r>
            <a:r>
              <a:rPr dirty="0">
                <a:latin typeface="Carlito"/>
              </a:rPr>
              <a:t> Modell, </a:t>
            </a:r>
            <a:r>
              <a:rPr dirty="0" err="1">
                <a:latin typeface="Carlito"/>
              </a:rPr>
              <a:t>andere</a:t>
            </a:r>
            <a:r>
              <a:rPr dirty="0">
                <a:latin typeface="Carlito"/>
              </a:rPr>
              <a:t> </a:t>
            </a:r>
            <a:r>
              <a:rPr dirty="0" err="1">
                <a:latin typeface="Carlito"/>
              </a:rPr>
              <a:t>Bedingungen</a:t>
            </a:r>
            <a:endParaRPr dirty="0">
              <a:latin typeface="Carlito"/>
            </a:endParaRPr>
          </a:p>
        </p:txBody>
      </p:sp>
      <p:pic>
        <p:nvPicPr>
          <p:cNvPr id="3" name="Picture 2" descr="07_Grafik_04_Zwei_Bedingun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40895"/>
            <a:ext cx="11420856" cy="47602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nicht reparieren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515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98755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C00000"/>
                </a:solidFill>
                <a:latin typeface="Carlito"/>
              </a:rPr>
              <a:t>Das Modell bleibt, wie es ist.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546A"/>
                </a:solidFill>
                <a:latin typeface="Carlito"/>
              </a:rPr>
              <a:t>Nicht nachtrainieren. Keine Bilder nachschießen. Nichts geraderücken.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546A"/>
                </a:solidFill>
                <a:latin typeface="Carlito"/>
              </a:rPr>
              <a:t>Genau daran arbeiten wir die nächsten dreizehn Wochen — heute darf es kaputtgehen.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44546A"/>
              </a:solidFill>
              <a:latin typeface="Carlito"/>
            </a:endParaRP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4546A"/>
                </a:solidFill>
                <a:latin typeface="Carlito"/>
              </a:rPr>
              <a:t>Tragt ein, was das Modell behauptet, wenn es falsch liegt. Und sucht die Stelle, an der es sagt: „Das weiß ich nicht."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Was eine Kamera in der Industrie abnimmt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Versuch — und warum er scheitert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Die sechs Stationen eines KI-Projekts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Leitprojekt bis Weihnachten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Zwei Karten je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109960" cy="3977639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10287000" cy="33375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Was hätten wir tun müssen, damit es funktioniert?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 Satz je Karte. Groß schreiben, damit man ihn an der Wand liest.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Keine Lösung von mir — erst eure Karten, dann sortieren wir gemeinsam.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Fünf Minuten. Dann kommen die Karten an die Wand.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Notiert eure beiden Sätze auch in P3.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Sechs Stationen — das Modell ist nur eine davon</a:t>
            </a:r>
          </a:p>
        </p:txBody>
      </p:sp>
      <p:pic>
        <p:nvPicPr>
          <p:cNvPr id="3" name="Picture 2" descr="07_Grafik_05_Sechs_Station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1932"/>
            <a:ext cx="11420856" cy="4398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Sechs Stationen — das Modell ist nur eine davon</a:t>
            </a:r>
          </a:p>
        </p:txBody>
      </p:sp>
      <p:pic>
        <p:nvPicPr>
          <p:cNvPr id="3" name="Picture 2" descr="07_Grafik_06_Fehler_hinten_vor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5350"/>
            <a:ext cx="11420856" cy="50513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Unser Versuch von heute, Station für Station</a:t>
            </a:r>
          </a:p>
        </p:txBody>
      </p:sp>
      <p:pic>
        <p:nvPicPr>
          <p:cNvPr id="3" name="Picture 2" descr="07_Grafik_07_Unser_Vers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49831"/>
            <a:ext cx="11420856" cy="45423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Drei Wörter, die ab heute in jeder Stunde vorkommen</a:t>
            </a:r>
          </a:p>
        </p:txBody>
      </p:sp>
      <p:pic>
        <p:nvPicPr>
          <p:cNvPr id="3" name="Picture 2" descr="07_Grafik_08_Drei_Begrif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7" y="1542096"/>
            <a:ext cx="11420856" cy="41469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Was eine Kamera in der Industrie abnimmt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Versuch — und warum er scheitert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sechs Stationen eines KI-Projekts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Das Leitprojekt bis Weihnachten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Am Ende des Halbjahres steht ein eigenes Prüfsystem</a:t>
            </a:r>
          </a:p>
        </p:txBody>
      </p:sp>
      <p:pic>
        <p:nvPicPr>
          <p:cNvPr id="3" name="Picture 2" descr="07_Grafik_09_Zeitstra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77799"/>
            <a:ext cx="11420856" cy="3686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Bis zum 6. Oktober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306324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Team bilden und ein Bauteil mitbringen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Zweierteams. Tragt euch in die Liste ein, bevor ihr geht.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 Bauteil aus der Werkstatt, von zu Hause oder aus eurem alten Betrieb: handgroß, nicht spiegelnd.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Mindestens ein Exemplar muss erkennbar fehlerhaft sein.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Keine Personen, keine Gesichter — das ist in diesem Projekt ausgeschlossen.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1099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10469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C00000"/>
                </a:solidFill>
                <a:latin typeface="Carlito"/>
              </a:rPr>
              <a:t>Kein Bauteil in Sicht?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546A"/>
                </a:solidFill>
                <a:latin typeface="Carlito"/>
              </a:rPr>
              <a:t>Sagt es mir bis zum 29.09. — dann finden wir eins, bevor am 06.10. fotografiert wird.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Frage, die wir heute nicht beantworten</a:t>
            </a:r>
          </a:p>
        </p:txBody>
      </p:sp>
      <p:pic>
        <p:nvPicPr>
          <p:cNvPr id="3" name="Picture 2" descr="07_Grafik_10_Teure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77729"/>
            <a:ext cx="11420856" cy="46865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Bis nächste Woche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246888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Hausaufgabe · zwei Teile, etwa 25 Minuten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 Anwendungsfall aus eurer Ausbildung, eurem früheren Job oder dem Alltag — entlang der sechs Stationen beschrieben.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Eine kleine Rechnung zur Dateigröße eines Handyfotos.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Ohne Rechner lösbar. Details in 04_Hausaufgabe.md.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4546A"/>
                </a:solidFill>
                <a:latin typeface="Carlito"/>
              </a:rPr>
              <a:t>Glossar heute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training data — Trainingsdaten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label — Klassenbezeichnung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classification — Klassifikation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ground truth — Referenzdaten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4206240"/>
            <a:ext cx="52120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59" y="4434840"/>
            <a:ext cx="4572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C00000"/>
                </a:solidFill>
                <a:latin typeface="Carlito"/>
              </a:rPr>
              <a:t>Nächste Woche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46A"/>
                </a:solidFill>
                <a:latin typeface="Carlito"/>
              </a:rPr>
              <a:t>Was ist ein Bild für den Rechner? Eine Tabelle aus Zahlen — und wir rechnen damit.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3" ma:contentTypeDescription="Ein neues Dokument erstellen." ma:contentTypeScope="" ma:versionID="8793084cad90be446bef4dcd905c76ec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619fb0ecf4d64ffbdc6d93f36085f30a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E576612-4E3B-40C1-9D72-6F7604E58E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588</Words>
  <Application>Microsoft Office PowerPoint</Application>
  <PresentationFormat>Breitbild</PresentationFormat>
  <Paragraphs>90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Calibri</vt:lpstr>
      <vt:lpstr>Carlito</vt:lpstr>
      <vt:lpstr>Consolas</vt:lpstr>
      <vt:lpstr>LMSans10-Regular</vt:lpstr>
      <vt:lpstr>Office</vt:lpstr>
      <vt:lpstr>Einstieg und Vorgehensmodell</vt:lpstr>
      <vt:lpstr>Anwendungsfälle KI in der Praxis</vt:lpstr>
      <vt:lpstr>KI-Systementwicklung</vt:lpstr>
      <vt:lpstr>Eine Kamera nimmt fünf verschiedene Fragen ab</vt:lpstr>
      <vt:lpstr>Zwei Fehler — und sie kosten nicht dasselbe</vt:lpstr>
      <vt:lpstr>Für den Rechner ist ein Bild eine Tabelle aus Zahlen</vt:lpstr>
      <vt:lpstr>KI-Systementwicklung</vt:lpstr>
      <vt:lpstr>Jetzt seid ihr dran</vt:lpstr>
      <vt:lpstr>Gleiches Modell, andere Bedingungen</vt:lpstr>
      <vt:lpstr>Jetzt nicht reparieren</vt:lpstr>
      <vt:lpstr>KI-Systementwicklung</vt:lpstr>
      <vt:lpstr>Zwei Karten je Team</vt:lpstr>
      <vt:lpstr>Sechs Stationen — das Modell ist nur eine davon</vt:lpstr>
      <vt:lpstr>Sechs Stationen — das Modell ist nur eine davon</vt:lpstr>
      <vt:lpstr>Unser Versuch von heute, Station für Station</vt:lpstr>
      <vt:lpstr>Drei Wörter, die ab heute in jeder Stunde vorkommen</vt:lpstr>
      <vt:lpstr>KI-Systementwicklung</vt:lpstr>
      <vt:lpstr>Am Ende des Halbjahres steht ein eigenes Prüfsystem</vt:lpstr>
      <vt:lpstr>Bis zum 6. Oktober</vt:lpstr>
      <vt:lpstr>Die Frage, die wir heute nicht beantworten</vt:lpstr>
      <vt:lpstr>Bis nächste Woche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13</cp:revision>
  <dcterms:created xsi:type="dcterms:W3CDTF">2025-03-19T14:45:56Z</dcterms:created>
  <dcterms:modified xsi:type="dcterms:W3CDTF">2026-09-22T09:36:26Z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</Properties>
</file>