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2" r:id="rId4"/>
  </p:sldMasterIdLst>
  <p:notesMasterIdLst>
    <p:notesMasterId r:id="rId37"/>
  </p:notesMasterIdLst>
  <p:handoutMasterIdLst>
    <p:handoutMasterId r:id="rId38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9" r:id="rId26"/>
    <p:sldId id="277" r:id="rId27"/>
    <p:sldId id="278" r:id="rId28"/>
    <p:sldId id="280" r:id="rId29"/>
    <p:sldId id="281" r:id="rId30"/>
    <p:sldId id="282" r:id="rId31"/>
    <p:sldId id="283" r:id="rId32"/>
    <p:sldId id="285" r:id="rId33"/>
    <p:sldId id="287" r:id="rId34"/>
    <p:sldId id="286" r:id="rId35"/>
    <p:sldId id="288" r:id="rId36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2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90C"/>
    <a:srgbClr val="CD1313"/>
    <a:srgbClr val="194383"/>
    <a:srgbClr val="FF9327"/>
    <a:srgbClr val="D9D9D9"/>
    <a:srgbClr val="FF7F00"/>
    <a:srgbClr val="0F9A0C"/>
    <a:srgbClr val="E7E6E4"/>
    <a:srgbClr val="BABECE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0EC749-A04E-401D-96A5-D3575F488DD7}" v="12" dt="2026-10-06T09:05:09.1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91" d="100"/>
          <a:sy n="91" d="100"/>
        </p:scale>
        <p:origin x="90" y="-1179"/>
      </p:cViewPr>
      <p:guideLst>
        <p:guide orient="horz" pos="2160"/>
        <p:guide pos="429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Schaffenroth" userId="83ba2d4c-f1cc-45fa-9036-06081a77fcd1" providerId="ADAL" clId="{F2154472-16D7-46D5-B8D0-F8FEF091E191}"/>
    <pc:docChg chg="modSld">
      <pc:chgData name="Sebastian Schaffenroth" userId="83ba2d4c-f1cc-45fa-9036-06081a77fcd1" providerId="ADAL" clId="{F2154472-16D7-46D5-B8D0-F8FEF091E191}" dt="2026-10-06T09:05:15.223" v="88" actId="1076"/>
      <pc:docMkLst>
        <pc:docMk/>
      </pc:docMkLst>
      <pc:sldChg chg="addSp delSp modSp mod">
        <pc:chgData name="Sebastian Schaffenroth" userId="83ba2d4c-f1cc-45fa-9036-06081a77fcd1" providerId="ADAL" clId="{F2154472-16D7-46D5-B8D0-F8FEF091E191}" dt="2026-10-06T08:44:10.902" v="33"/>
        <pc:sldMkLst>
          <pc:docMk/>
          <pc:sldMk cId="0" sldId="258"/>
        </pc:sldMkLst>
        <pc:grpChg chg="mod">
          <ac:chgData name="Sebastian Schaffenroth" userId="83ba2d4c-f1cc-45fa-9036-06081a77fcd1" providerId="ADAL" clId="{F2154472-16D7-46D5-B8D0-F8FEF091E191}" dt="2026-10-06T08:39:38.684" v="12"/>
          <ac:grpSpMkLst>
            <pc:docMk/>
            <pc:sldMk cId="0" sldId="258"/>
            <ac:grpSpMk id="16" creationId="{C43AF25F-D734-FFC4-10BC-1E366E9BCD99}"/>
          </ac:grpSpMkLst>
        </pc:grpChg>
        <pc:grpChg chg="mod">
          <ac:chgData name="Sebastian Schaffenroth" userId="83ba2d4c-f1cc-45fa-9036-06081a77fcd1" providerId="ADAL" clId="{F2154472-16D7-46D5-B8D0-F8FEF091E191}" dt="2026-10-06T08:41:03.606" v="31"/>
          <ac:grpSpMkLst>
            <pc:docMk/>
            <pc:sldMk cId="0" sldId="258"/>
            <ac:grpSpMk id="35" creationId="{6F17C892-FF19-CC3F-32C5-C1D20447907A}"/>
          </ac:grpSpMkLst>
        </pc:grpChg>
        <pc:inkChg chg="add mod">
          <ac:chgData name="Sebastian Schaffenroth" userId="83ba2d4c-f1cc-45fa-9036-06081a77fcd1" providerId="ADAL" clId="{F2154472-16D7-46D5-B8D0-F8FEF091E191}" dt="2026-10-06T08:39:38.684" v="12"/>
          <ac:inkMkLst>
            <pc:docMk/>
            <pc:sldMk cId="0" sldId="258"/>
            <ac:inkMk id="4" creationId="{830DB97B-6ED3-0FBA-63DD-51DF888BC505}"/>
          </ac:inkMkLst>
        </pc:inkChg>
        <pc:inkChg chg="add mod">
          <ac:chgData name="Sebastian Schaffenroth" userId="83ba2d4c-f1cc-45fa-9036-06081a77fcd1" providerId="ADAL" clId="{F2154472-16D7-46D5-B8D0-F8FEF091E191}" dt="2026-10-06T08:39:38.684" v="12"/>
          <ac:inkMkLst>
            <pc:docMk/>
            <pc:sldMk cId="0" sldId="258"/>
            <ac:inkMk id="5" creationId="{055D5AFE-63D1-5BCE-168F-34EF1F9951B7}"/>
          </ac:inkMkLst>
        </pc:inkChg>
        <pc:inkChg chg="add">
          <ac:chgData name="Sebastian Schaffenroth" userId="83ba2d4c-f1cc-45fa-9036-06081a77fcd1" providerId="ADAL" clId="{F2154472-16D7-46D5-B8D0-F8FEF091E191}" dt="2026-10-06T08:39:35.439" v="2" actId="9405"/>
          <ac:inkMkLst>
            <pc:docMk/>
            <pc:sldMk cId="0" sldId="258"/>
            <ac:inkMk id="6" creationId="{8E45D63A-1A3C-DECF-9D8F-EBEB96B7D668}"/>
          </ac:inkMkLst>
        </pc:inkChg>
        <pc:inkChg chg="add mod">
          <ac:chgData name="Sebastian Schaffenroth" userId="83ba2d4c-f1cc-45fa-9036-06081a77fcd1" providerId="ADAL" clId="{F2154472-16D7-46D5-B8D0-F8FEF091E191}" dt="2026-10-06T08:39:38.684" v="12"/>
          <ac:inkMkLst>
            <pc:docMk/>
            <pc:sldMk cId="0" sldId="258"/>
            <ac:inkMk id="7" creationId="{4E97AEFD-B48C-B0A8-B3B4-1B01FEEC5308}"/>
          </ac:inkMkLst>
        </pc:inkChg>
        <pc:inkChg chg="add mod">
          <ac:chgData name="Sebastian Schaffenroth" userId="83ba2d4c-f1cc-45fa-9036-06081a77fcd1" providerId="ADAL" clId="{F2154472-16D7-46D5-B8D0-F8FEF091E191}" dt="2026-10-06T08:39:38.684" v="12"/>
          <ac:inkMkLst>
            <pc:docMk/>
            <pc:sldMk cId="0" sldId="258"/>
            <ac:inkMk id="8" creationId="{5EF62661-4F91-1CDB-B380-9863B0304300}"/>
          </ac:inkMkLst>
        </pc:inkChg>
        <pc:inkChg chg="add">
          <ac:chgData name="Sebastian Schaffenroth" userId="83ba2d4c-f1cc-45fa-9036-06081a77fcd1" providerId="ADAL" clId="{F2154472-16D7-46D5-B8D0-F8FEF091E191}" dt="2026-10-06T08:39:36.561" v="5" actId="9405"/>
          <ac:inkMkLst>
            <pc:docMk/>
            <pc:sldMk cId="0" sldId="258"/>
            <ac:inkMk id="9" creationId="{66953040-35D6-527B-6B4B-01B0E1E8CD04}"/>
          </ac:inkMkLst>
        </pc:inkChg>
        <pc:inkChg chg="add">
          <ac:chgData name="Sebastian Schaffenroth" userId="83ba2d4c-f1cc-45fa-9036-06081a77fcd1" providerId="ADAL" clId="{F2154472-16D7-46D5-B8D0-F8FEF091E191}" dt="2026-10-06T08:39:36.879" v="6" actId="9405"/>
          <ac:inkMkLst>
            <pc:docMk/>
            <pc:sldMk cId="0" sldId="258"/>
            <ac:inkMk id="10" creationId="{0689AB70-44D3-C486-3E16-D713DE093C6F}"/>
          </ac:inkMkLst>
        </pc:inkChg>
        <pc:inkChg chg="add mod">
          <ac:chgData name="Sebastian Schaffenroth" userId="83ba2d4c-f1cc-45fa-9036-06081a77fcd1" providerId="ADAL" clId="{F2154472-16D7-46D5-B8D0-F8FEF091E191}" dt="2026-10-06T08:39:38.684" v="12"/>
          <ac:inkMkLst>
            <pc:docMk/>
            <pc:sldMk cId="0" sldId="258"/>
            <ac:inkMk id="11" creationId="{8E54C2C7-01FA-3C1B-F1A7-74854A42C06B}"/>
          </ac:inkMkLst>
        </pc:inkChg>
        <pc:inkChg chg="add mod">
          <ac:chgData name="Sebastian Schaffenroth" userId="83ba2d4c-f1cc-45fa-9036-06081a77fcd1" providerId="ADAL" clId="{F2154472-16D7-46D5-B8D0-F8FEF091E191}" dt="2026-10-06T08:39:38.684" v="12"/>
          <ac:inkMkLst>
            <pc:docMk/>
            <pc:sldMk cId="0" sldId="258"/>
            <ac:inkMk id="12" creationId="{577D4EF8-27C6-86CA-98E7-336D2AF22AFA}"/>
          </ac:inkMkLst>
        </pc:inkChg>
        <pc:inkChg chg="add mod">
          <ac:chgData name="Sebastian Schaffenroth" userId="83ba2d4c-f1cc-45fa-9036-06081a77fcd1" providerId="ADAL" clId="{F2154472-16D7-46D5-B8D0-F8FEF091E191}" dt="2026-10-06T08:39:38.684" v="12"/>
          <ac:inkMkLst>
            <pc:docMk/>
            <pc:sldMk cId="0" sldId="258"/>
            <ac:inkMk id="13" creationId="{78AD6FCB-4074-F151-32DC-9A950B86E28F}"/>
          </ac:inkMkLst>
        </pc:inkChg>
        <pc:inkChg chg="add mod">
          <ac:chgData name="Sebastian Schaffenroth" userId="83ba2d4c-f1cc-45fa-9036-06081a77fcd1" providerId="ADAL" clId="{F2154472-16D7-46D5-B8D0-F8FEF091E191}" dt="2026-10-06T08:39:38.684" v="12"/>
          <ac:inkMkLst>
            <pc:docMk/>
            <pc:sldMk cId="0" sldId="258"/>
            <ac:inkMk id="14" creationId="{8431BBAC-3F66-E3C2-DFDD-D2C568C07212}"/>
          </ac:inkMkLst>
        </pc:inkChg>
        <pc:inkChg chg="add mod">
          <ac:chgData name="Sebastian Schaffenroth" userId="83ba2d4c-f1cc-45fa-9036-06081a77fcd1" providerId="ADAL" clId="{F2154472-16D7-46D5-B8D0-F8FEF091E191}" dt="2026-10-06T08:39:38.684" v="12"/>
          <ac:inkMkLst>
            <pc:docMk/>
            <pc:sldMk cId="0" sldId="258"/>
            <ac:inkMk id="15" creationId="{8CFFD7F4-D5A0-B21B-199B-4ED3A0FFF494}"/>
          </ac:inkMkLst>
        </pc:inkChg>
        <pc:inkChg chg="add mod">
          <ac:chgData name="Sebastian Schaffenroth" userId="83ba2d4c-f1cc-45fa-9036-06081a77fcd1" providerId="ADAL" clId="{F2154472-16D7-46D5-B8D0-F8FEF091E191}" dt="2026-10-06T08:41:03.606" v="31"/>
          <ac:inkMkLst>
            <pc:docMk/>
            <pc:sldMk cId="0" sldId="258"/>
            <ac:inkMk id="17" creationId="{0CADAE83-003A-376D-8314-E5146A5494A2}"/>
          </ac:inkMkLst>
        </pc:inkChg>
        <pc:inkChg chg="add">
          <ac:chgData name="Sebastian Schaffenroth" userId="83ba2d4c-f1cc-45fa-9036-06081a77fcd1" providerId="ADAL" clId="{F2154472-16D7-46D5-B8D0-F8FEF091E191}" dt="2026-10-06T08:40:55.756" v="14" actId="9405"/>
          <ac:inkMkLst>
            <pc:docMk/>
            <pc:sldMk cId="0" sldId="258"/>
            <ac:inkMk id="18" creationId="{69CF0F1F-6441-BD00-4989-243DA3728915}"/>
          </ac:inkMkLst>
        </pc:inkChg>
        <pc:inkChg chg="add">
          <ac:chgData name="Sebastian Schaffenroth" userId="83ba2d4c-f1cc-45fa-9036-06081a77fcd1" providerId="ADAL" clId="{F2154472-16D7-46D5-B8D0-F8FEF091E191}" dt="2026-10-06T08:40:56.057" v="15" actId="9405"/>
          <ac:inkMkLst>
            <pc:docMk/>
            <pc:sldMk cId="0" sldId="258"/>
            <ac:inkMk id="19" creationId="{42E646D0-3AB9-9A9A-F2EA-92CDFDD172FA}"/>
          </ac:inkMkLst>
        </pc:inkChg>
        <pc:inkChg chg="add mod">
          <ac:chgData name="Sebastian Schaffenroth" userId="83ba2d4c-f1cc-45fa-9036-06081a77fcd1" providerId="ADAL" clId="{F2154472-16D7-46D5-B8D0-F8FEF091E191}" dt="2026-10-06T08:41:03.606" v="31"/>
          <ac:inkMkLst>
            <pc:docMk/>
            <pc:sldMk cId="0" sldId="258"/>
            <ac:inkMk id="20" creationId="{8E9853FA-EA9B-8BC3-07E7-577DD3ABCBCA}"/>
          </ac:inkMkLst>
        </pc:inkChg>
        <pc:inkChg chg="add mod">
          <ac:chgData name="Sebastian Schaffenroth" userId="83ba2d4c-f1cc-45fa-9036-06081a77fcd1" providerId="ADAL" clId="{F2154472-16D7-46D5-B8D0-F8FEF091E191}" dt="2026-10-06T08:41:03.606" v="31"/>
          <ac:inkMkLst>
            <pc:docMk/>
            <pc:sldMk cId="0" sldId="258"/>
            <ac:inkMk id="21" creationId="{1F3BE424-C9A9-11FE-6522-23561551D85F}"/>
          </ac:inkMkLst>
        </pc:inkChg>
        <pc:inkChg chg="add mod">
          <ac:chgData name="Sebastian Schaffenroth" userId="83ba2d4c-f1cc-45fa-9036-06081a77fcd1" providerId="ADAL" clId="{F2154472-16D7-46D5-B8D0-F8FEF091E191}" dt="2026-10-06T08:41:03.606" v="31"/>
          <ac:inkMkLst>
            <pc:docMk/>
            <pc:sldMk cId="0" sldId="258"/>
            <ac:inkMk id="22" creationId="{5E683BE0-DED3-E028-A6FE-FC0676E132CA}"/>
          </ac:inkMkLst>
        </pc:inkChg>
        <pc:inkChg chg="add">
          <ac:chgData name="Sebastian Schaffenroth" userId="83ba2d4c-f1cc-45fa-9036-06081a77fcd1" providerId="ADAL" clId="{F2154472-16D7-46D5-B8D0-F8FEF091E191}" dt="2026-10-06T08:40:57.906" v="19" actId="9405"/>
          <ac:inkMkLst>
            <pc:docMk/>
            <pc:sldMk cId="0" sldId="258"/>
            <ac:inkMk id="23" creationId="{59341733-CB95-F652-D051-06F458626AED}"/>
          </ac:inkMkLst>
        </pc:inkChg>
        <pc:inkChg chg="add">
          <ac:chgData name="Sebastian Schaffenroth" userId="83ba2d4c-f1cc-45fa-9036-06081a77fcd1" providerId="ADAL" clId="{F2154472-16D7-46D5-B8D0-F8FEF091E191}" dt="2026-10-06T08:40:58.174" v="20" actId="9405"/>
          <ac:inkMkLst>
            <pc:docMk/>
            <pc:sldMk cId="0" sldId="258"/>
            <ac:inkMk id="24" creationId="{B093BC0D-475E-334F-A792-AAEFEBC2F95D}"/>
          </ac:inkMkLst>
        </pc:inkChg>
        <pc:inkChg chg="add">
          <ac:chgData name="Sebastian Schaffenroth" userId="83ba2d4c-f1cc-45fa-9036-06081a77fcd1" providerId="ADAL" clId="{F2154472-16D7-46D5-B8D0-F8FEF091E191}" dt="2026-10-06T08:40:58.539" v="21" actId="9405"/>
          <ac:inkMkLst>
            <pc:docMk/>
            <pc:sldMk cId="0" sldId="258"/>
            <ac:inkMk id="25" creationId="{3E5950EF-F47A-0341-BF99-7E568CF4993B}"/>
          </ac:inkMkLst>
        </pc:inkChg>
        <pc:inkChg chg="add">
          <ac:chgData name="Sebastian Schaffenroth" userId="83ba2d4c-f1cc-45fa-9036-06081a77fcd1" providerId="ADAL" clId="{F2154472-16D7-46D5-B8D0-F8FEF091E191}" dt="2026-10-06T08:40:59.173" v="22" actId="9405"/>
          <ac:inkMkLst>
            <pc:docMk/>
            <pc:sldMk cId="0" sldId="258"/>
            <ac:inkMk id="26" creationId="{3577A88A-AD98-29DD-F43F-E4B6F239D24A}"/>
          </ac:inkMkLst>
        </pc:inkChg>
        <pc:inkChg chg="add mod">
          <ac:chgData name="Sebastian Schaffenroth" userId="83ba2d4c-f1cc-45fa-9036-06081a77fcd1" providerId="ADAL" clId="{F2154472-16D7-46D5-B8D0-F8FEF091E191}" dt="2026-10-06T08:41:03.606" v="31"/>
          <ac:inkMkLst>
            <pc:docMk/>
            <pc:sldMk cId="0" sldId="258"/>
            <ac:inkMk id="27" creationId="{D94ADD9B-2295-2F2A-C968-D6EA3CE058B8}"/>
          </ac:inkMkLst>
        </pc:inkChg>
        <pc:inkChg chg="add mod">
          <ac:chgData name="Sebastian Schaffenroth" userId="83ba2d4c-f1cc-45fa-9036-06081a77fcd1" providerId="ADAL" clId="{F2154472-16D7-46D5-B8D0-F8FEF091E191}" dt="2026-10-06T08:41:03.606" v="31"/>
          <ac:inkMkLst>
            <pc:docMk/>
            <pc:sldMk cId="0" sldId="258"/>
            <ac:inkMk id="28" creationId="{0C158817-03F6-FA13-ACE9-E8EB53C29E72}"/>
          </ac:inkMkLst>
        </pc:inkChg>
        <pc:inkChg chg="add mod">
          <ac:chgData name="Sebastian Schaffenroth" userId="83ba2d4c-f1cc-45fa-9036-06081a77fcd1" providerId="ADAL" clId="{F2154472-16D7-46D5-B8D0-F8FEF091E191}" dt="2026-10-06T08:41:03.606" v="31"/>
          <ac:inkMkLst>
            <pc:docMk/>
            <pc:sldMk cId="0" sldId="258"/>
            <ac:inkMk id="29" creationId="{F66BA85C-2F9F-2C32-2BF3-9F25CB19BFC2}"/>
          </ac:inkMkLst>
        </pc:inkChg>
        <pc:inkChg chg="add mod">
          <ac:chgData name="Sebastian Schaffenroth" userId="83ba2d4c-f1cc-45fa-9036-06081a77fcd1" providerId="ADAL" clId="{F2154472-16D7-46D5-B8D0-F8FEF091E191}" dt="2026-10-06T08:41:03.606" v="31"/>
          <ac:inkMkLst>
            <pc:docMk/>
            <pc:sldMk cId="0" sldId="258"/>
            <ac:inkMk id="30" creationId="{CB67FEB6-220D-BF97-0386-557B2ED45AC5}"/>
          </ac:inkMkLst>
        </pc:inkChg>
        <pc:inkChg chg="add">
          <ac:chgData name="Sebastian Schaffenroth" userId="83ba2d4c-f1cc-45fa-9036-06081a77fcd1" providerId="ADAL" clId="{F2154472-16D7-46D5-B8D0-F8FEF091E191}" dt="2026-10-06T08:41:01.575" v="27" actId="9405"/>
          <ac:inkMkLst>
            <pc:docMk/>
            <pc:sldMk cId="0" sldId="258"/>
            <ac:inkMk id="31" creationId="{CE8B360B-D731-1895-CEA9-70ECCF83A981}"/>
          </ac:inkMkLst>
        </pc:inkChg>
        <pc:inkChg chg="add">
          <ac:chgData name="Sebastian Schaffenroth" userId="83ba2d4c-f1cc-45fa-9036-06081a77fcd1" providerId="ADAL" clId="{F2154472-16D7-46D5-B8D0-F8FEF091E191}" dt="2026-10-06T08:41:01.702" v="28" actId="9405"/>
          <ac:inkMkLst>
            <pc:docMk/>
            <pc:sldMk cId="0" sldId="258"/>
            <ac:inkMk id="32" creationId="{3703D312-A222-709B-FB2A-35A67D0F5A2F}"/>
          </ac:inkMkLst>
        </pc:inkChg>
        <pc:inkChg chg="add">
          <ac:chgData name="Sebastian Schaffenroth" userId="83ba2d4c-f1cc-45fa-9036-06081a77fcd1" providerId="ADAL" clId="{F2154472-16D7-46D5-B8D0-F8FEF091E191}" dt="2026-10-06T08:41:02.209" v="29" actId="9405"/>
          <ac:inkMkLst>
            <pc:docMk/>
            <pc:sldMk cId="0" sldId="258"/>
            <ac:inkMk id="33" creationId="{02E3B00F-7D13-D90D-F39D-EB3FB3A8D0EF}"/>
          </ac:inkMkLst>
        </pc:inkChg>
        <pc:inkChg chg="add mod">
          <ac:chgData name="Sebastian Schaffenroth" userId="83ba2d4c-f1cc-45fa-9036-06081a77fcd1" providerId="ADAL" clId="{F2154472-16D7-46D5-B8D0-F8FEF091E191}" dt="2026-10-06T08:41:03.606" v="31"/>
          <ac:inkMkLst>
            <pc:docMk/>
            <pc:sldMk cId="0" sldId="258"/>
            <ac:inkMk id="34" creationId="{39B20935-FAFB-6EC5-2AAF-4F95462528DB}"/>
          </ac:inkMkLst>
        </pc:inkChg>
        <pc:inkChg chg="add del">
          <ac:chgData name="Sebastian Schaffenroth" userId="83ba2d4c-f1cc-45fa-9036-06081a77fcd1" providerId="ADAL" clId="{F2154472-16D7-46D5-B8D0-F8FEF091E191}" dt="2026-10-06T08:44:10.902" v="33"/>
          <ac:inkMkLst>
            <pc:docMk/>
            <pc:sldMk cId="0" sldId="258"/>
            <ac:inkMk id="36" creationId="{22063130-125A-DC0B-5834-ED37D21B7144}"/>
          </ac:inkMkLst>
        </pc:inkChg>
      </pc:sldChg>
      <pc:sldChg chg="addSp delSp modSp mod">
        <pc:chgData name="Sebastian Schaffenroth" userId="83ba2d4c-f1cc-45fa-9036-06081a77fcd1" providerId="ADAL" clId="{F2154472-16D7-46D5-B8D0-F8FEF091E191}" dt="2026-10-06T08:47:31.851" v="73"/>
        <pc:sldMkLst>
          <pc:docMk/>
          <pc:sldMk cId="0" sldId="265"/>
        </pc:sldMkLst>
        <pc:grpChg chg="mod">
          <ac:chgData name="Sebastian Schaffenroth" userId="83ba2d4c-f1cc-45fa-9036-06081a77fcd1" providerId="ADAL" clId="{F2154472-16D7-46D5-B8D0-F8FEF091E191}" dt="2026-10-06T08:46:27.478" v="42"/>
          <ac:grpSpMkLst>
            <pc:docMk/>
            <pc:sldMk cId="0" sldId="265"/>
            <ac:grpSpMk id="12" creationId="{C7AB6302-05BF-07CC-4708-7EA0817B4EC1}"/>
          </ac:grpSpMkLst>
        </pc:grpChg>
        <pc:grpChg chg="mod">
          <ac:chgData name="Sebastian Schaffenroth" userId="83ba2d4c-f1cc-45fa-9036-06081a77fcd1" providerId="ADAL" clId="{F2154472-16D7-46D5-B8D0-F8FEF091E191}" dt="2026-10-06T08:46:33.529" v="50"/>
          <ac:grpSpMkLst>
            <pc:docMk/>
            <pc:sldMk cId="0" sldId="265"/>
            <ac:grpSpMk id="20" creationId="{637E6F0D-74F2-D0C0-9038-489100BB5B63}"/>
          </ac:grpSpMkLst>
        </pc:grpChg>
        <pc:grpChg chg="del mod">
          <ac:chgData name="Sebastian Schaffenroth" userId="83ba2d4c-f1cc-45fa-9036-06081a77fcd1" providerId="ADAL" clId="{F2154472-16D7-46D5-B8D0-F8FEF091E191}" dt="2026-10-06T08:46:36.068" v="52"/>
          <ac:grpSpMkLst>
            <pc:docMk/>
            <pc:sldMk cId="0" sldId="265"/>
            <ac:grpSpMk id="21" creationId="{FD2DC098-EFCC-375D-246A-0F30956CCBB3}"/>
          </ac:grpSpMkLst>
        </pc:grpChg>
        <pc:grpChg chg="mod">
          <ac:chgData name="Sebastian Schaffenroth" userId="83ba2d4c-f1cc-45fa-9036-06081a77fcd1" providerId="ADAL" clId="{F2154472-16D7-46D5-B8D0-F8FEF091E191}" dt="2026-10-06T08:46:33.529" v="50"/>
          <ac:grpSpMkLst>
            <pc:docMk/>
            <pc:sldMk cId="0" sldId="265"/>
            <ac:grpSpMk id="22" creationId="{4079EC85-B172-FD93-B00E-F73B10E5C1BA}"/>
          </ac:grpSpMkLst>
        </pc:grpChg>
        <pc:grpChg chg="mod">
          <ac:chgData name="Sebastian Schaffenroth" userId="83ba2d4c-f1cc-45fa-9036-06081a77fcd1" providerId="ADAL" clId="{F2154472-16D7-46D5-B8D0-F8FEF091E191}" dt="2026-10-06T08:46:36.068" v="52"/>
          <ac:grpSpMkLst>
            <pc:docMk/>
            <pc:sldMk cId="0" sldId="265"/>
            <ac:grpSpMk id="24" creationId="{C0F5B428-0E5B-0CB1-73F2-3BEBF318CAB8}"/>
          </ac:grpSpMkLst>
        </pc:grpChg>
        <pc:grpChg chg="mod">
          <ac:chgData name="Sebastian Schaffenroth" userId="83ba2d4c-f1cc-45fa-9036-06081a77fcd1" providerId="ADAL" clId="{F2154472-16D7-46D5-B8D0-F8FEF091E191}" dt="2026-10-06T08:46:57.112" v="59"/>
          <ac:grpSpMkLst>
            <pc:docMk/>
            <pc:sldMk cId="0" sldId="265"/>
            <ac:grpSpMk id="31" creationId="{97156B7B-9790-7101-DF5F-E7E7C285E521}"/>
          </ac:grpSpMkLst>
        </pc:grpChg>
        <pc:grpChg chg="mod">
          <ac:chgData name="Sebastian Schaffenroth" userId="83ba2d4c-f1cc-45fa-9036-06081a77fcd1" providerId="ADAL" clId="{F2154472-16D7-46D5-B8D0-F8FEF091E191}" dt="2026-10-06T08:46:57.112" v="59"/>
          <ac:grpSpMkLst>
            <pc:docMk/>
            <pc:sldMk cId="0" sldId="265"/>
            <ac:grpSpMk id="32" creationId="{BFA77B62-EBC4-1931-28BB-714458EACF11}"/>
          </ac:grpSpMkLst>
        </pc:grpChg>
        <pc:grpChg chg="mod">
          <ac:chgData name="Sebastian Schaffenroth" userId="83ba2d4c-f1cc-45fa-9036-06081a77fcd1" providerId="ADAL" clId="{F2154472-16D7-46D5-B8D0-F8FEF091E191}" dt="2026-10-06T08:46:57.112" v="59"/>
          <ac:grpSpMkLst>
            <pc:docMk/>
            <pc:sldMk cId="0" sldId="265"/>
            <ac:grpSpMk id="33" creationId="{F101AB14-DD97-A5FC-4898-15B7D8C48E47}"/>
          </ac:grpSpMkLst>
        </pc:grpChg>
        <pc:grpChg chg="mod">
          <ac:chgData name="Sebastian Schaffenroth" userId="83ba2d4c-f1cc-45fa-9036-06081a77fcd1" providerId="ADAL" clId="{F2154472-16D7-46D5-B8D0-F8FEF091E191}" dt="2026-10-06T08:47:14.626" v="62"/>
          <ac:grpSpMkLst>
            <pc:docMk/>
            <pc:sldMk cId="0" sldId="265"/>
            <ac:grpSpMk id="36" creationId="{893BEB55-B918-BA84-88C0-DCCA9B8CB6F1}"/>
          </ac:grpSpMkLst>
        </pc:grpChg>
        <pc:grpChg chg="mod">
          <ac:chgData name="Sebastian Schaffenroth" userId="83ba2d4c-f1cc-45fa-9036-06081a77fcd1" providerId="ADAL" clId="{F2154472-16D7-46D5-B8D0-F8FEF091E191}" dt="2026-10-06T08:47:25.520" v="65"/>
          <ac:grpSpMkLst>
            <pc:docMk/>
            <pc:sldMk cId="0" sldId="265"/>
            <ac:grpSpMk id="39" creationId="{7E7589C0-5A99-9B24-6170-6F341540E5F8}"/>
          </ac:grpSpMkLst>
        </pc:grpChg>
        <pc:grpChg chg="mod">
          <ac:chgData name="Sebastian Schaffenroth" userId="83ba2d4c-f1cc-45fa-9036-06081a77fcd1" providerId="ADAL" clId="{F2154472-16D7-46D5-B8D0-F8FEF091E191}" dt="2026-10-06T08:47:28.692" v="68"/>
          <ac:grpSpMkLst>
            <pc:docMk/>
            <pc:sldMk cId="0" sldId="265"/>
            <ac:grpSpMk id="42" creationId="{9E4DC4C7-444A-3331-8100-16F348AF50C1}"/>
          </ac:grpSpMkLst>
        </pc:grpChg>
        <pc:grpChg chg="mod">
          <ac:chgData name="Sebastian Schaffenroth" userId="83ba2d4c-f1cc-45fa-9036-06081a77fcd1" providerId="ADAL" clId="{F2154472-16D7-46D5-B8D0-F8FEF091E191}" dt="2026-10-06T08:47:31.851" v="73"/>
          <ac:grpSpMkLst>
            <pc:docMk/>
            <pc:sldMk cId="0" sldId="265"/>
            <ac:grpSpMk id="47" creationId="{5A0A3356-8A41-C98B-F6DD-071DE62BABE8}"/>
          </ac:grpSpMkLst>
        </pc:grpChg>
        <pc:grpChg chg="mod">
          <ac:chgData name="Sebastian Schaffenroth" userId="83ba2d4c-f1cc-45fa-9036-06081a77fcd1" providerId="ADAL" clId="{F2154472-16D7-46D5-B8D0-F8FEF091E191}" dt="2026-10-06T08:47:31.851" v="73"/>
          <ac:grpSpMkLst>
            <pc:docMk/>
            <pc:sldMk cId="0" sldId="265"/>
            <ac:grpSpMk id="48" creationId="{FC183E81-0864-76E7-5E84-5790421BFC1C}"/>
          </ac:grpSpMkLst>
        </pc:grpChg>
        <pc:inkChg chg="add">
          <ac:chgData name="Sebastian Schaffenroth" userId="83ba2d4c-f1cc-45fa-9036-06081a77fcd1" providerId="ADAL" clId="{F2154472-16D7-46D5-B8D0-F8FEF091E191}" dt="2026-10-06T08:45:57.014" v="34" actId="9405"/>
          <ac:inkMkLst>
            <pc:docMk/>
            <pc:sldMk cId="0" sldId="265"/>
            <ac:inkMk id="4" creationId="{D23BE3D7-A4D9-53C5-FADE-FBD29D0C8794}"/>
          </ac:inkMkLst>
        </pc:inkChg>
        <pc:inkChg chg="add">
          <ac:chgData name="Sebastian Schaffenroth" userId="83ba2d4c-f1cc-45fa-9036-06081a77fcd1" providerId="ADAL" clId="{F2154472-16D7-46D5-B8D0-F8FEF091E191}" dt="2026-10-06T08:45:59.217" v="35" actId="9405"/>
          <ac:inkMkLst>
            <pc:docMk/>
            <pc:sldMk cId="0" sldId="265"/>
            <ac:inkMk id="5" creationId="{96FC2A93-569F-E127-3C86-18199AD7A67C}"/>
          </ac:inkMkLst>
        </pc:inkChg>
        <pc:inkChg chg="add">
          <ac:chgData name="Sebastian Schaffenroth" userId="83ba2d4c-f1cc-45fa-9036-06081a77fcd1" providerId="ADAL" clId="{F2154472-16D7-46D5-B8D0-F8FEF091E191}" dt="2026-10-06T08:46:01.081" v="36" actId="9405"/>
          <ac:inkMkLst>
            <pc:docMk/>
            <pc:sldMk cId="0" sldId="265"/>
            <ac:inkMk id="6" creationId="{19DCDF65-969F-23A5-AD59-8E15EA3427C6}"/>
          </ac:inkMkLst>
        </pc:inkChg>
        <pc:inkChg chg="add">
          <ac:chgData name="Sebastian Schaffenroth" userId="83ba2d4c-f1cc-45fa-9036-06081a77fcd1" providerId="ADAL" clId="{F2154472-16D7-46D5-B8D0-F8FEF091E191}" dt="2026-10-06T08:46:02.602" v="37" actId="9405"/>
          <ac:inkMkLst>
            <pc:docMk/>
            <pc:sldMk cId="0" sldId="265"/>
            <ac:inkMk id="7" creationId="{EE44ACEC-CAB1-BA45-4E46-2F61762CC124}"/>
          </ac:inkMkLst>
        </pc:inkChg>
        <pc:inkChg chg="add">
          <ac:chgData name="Sebastian Schaffenroth" userId="83ba2d4c-f1cc-45fa-9036-06081a77fcd1" providerId="ADAL" clId="{F2154472-16D7-46D5-B8D0-F8FEF091E191}" dt="2026-10-06T08:46:04.031" v="38" actId="9405"/>
          <ac:inkMkLst>
            <pc:docMk/>
            <pc:sldMk cId="0" sldId="265"/>
            <ac:inkMk id="8" creationId="{305D6263-9FE7-AA29-63D4-F027C023FBB6}"/>
          </ac:inkMkLst>
        </pc:inkChg>
        <pc:inkChg chg="add">
          <ac:chgData name="Sebastian Schaffenroth" userId="83ba2d4c-f1cc-45fa-9036-06081a77fcd1" providerId="ADAL" clId="{F2154472-16D7-46D5-B8D0-F8FEF091E191}" dt="2026-10-06T08:46:06.041" v="39" actId="9405"/>
          <ac:inkMkLst>
            <pc:docMk/>
            <pc:sldMk cId="0" sldId="265"/>
            <ac:inkMk id="9" creationId="{B5B8762D-DD4D-27E7-CCA5-16CDA63F6CF6}"/>
          </ac:inkMkLst>
        </pc:inkChg>
        <pc:inkChg chg="add mod">
          <ac:chgData name="Sebastian Schaffenroth" userId="83ba2d4c-f1cc-45fa-9036-06081a77fcd1" providerId="ADAL" clId="{F2154472-16D7-46D5-B8D0-F8FEF091E191}" dt="2026-10-06T08:46:27.478" v="42"/>
          <ac:inkMkLst>
            <pc:docMk/>
            <pc:sldMk cId="0" sldId="265"/>
            <ac:inkMk id="10" creationId="{F9356C45-F620-5188-0D06-718D8B4794A7}"/>
          </ac:inkMkLst>
        </pc:inkChg>
        <pc:inkChg chg="add mod">
          <ac:chgData name="Sebastian Schaffenroth" userId="83ba2d4c-f1cc-45fa-9036-06081a77fcd1" providerId="ADAL" clId="{F2154472-16D7-46D5-B8D0-F8FEF091E191}" dt="2026-10-06T08:46:27.478" v="42"/>
          <ac:inkMkLst>
            <pc:docMk/>
            <pc:sldMk cId="0" sldId="265"/>
            <ac:inkMk id="11" creationId="{6074F788-A470-7C4A-8096-086E8C4FFD2B}"/>
          </ac:inkMkLst>
        </pc:inkChg>
        <pc:inkChg chg="add mod">
          <ac:chgData name="Sebastian Schaffenroth" userId="83ba2d4c-f1cc-45fa-9036-06081a77fcd1" providerId="ADAL" clId="{F2154472-16D7-46D5-B8D0-F8FEF091E191}" dt="2026-10-06T08:46:33.529" v="50"/>
          <ac:inkMkLst>
            <pc:docMk/>
            <pc:sldMk cId="0" sldId="265"/>
            <ac:inkMk id="13" creationId="{39CC0E8F-A94D-995A-3951-ED88E1DA044F}"/>
          </ac:inkMkLst>
        </pc:inkChg>
        <pc:inkChg chg="add mod">
          <ac:chgData name="Sebastian Schaffenroth" userId="83ba2d4c-f1cc-45fa-9036-06081a77fcd1" providerId="ADAL" clId="{F2154472-16D7-46D5-B8D0-F8FEF091E191}" dt="2026-10-06T08:46:33.529" v="50"/>
          <ac:inkMkLst>
            <pc:docMk/>
            <pc:sldMk cId="0" sldId="265"/>
            <ac:inkMk id="14" creationId="{2A8B1293-33B1-3064-D1B9-B24189A62137}"/>
          </ac:inkMkLst>
        </pc:inkChg>
        <pc:inkChg chg="add mod">
          <ac:chgData name="Sebastian Schaffenroth" userId="83ba2d4c-f1cc-45fa-9036-06081a77fcd1" providerId="ADAL" clId="{F2154472-16D7-46D5-B8D0-F8FEF091E191}" dt="2026-10-06T08:46:33.529" v="50"/>
          <ac:inkMkLst>
            <pc:docMk/>
            <pc:sldMk cId="0" sldId="265"/>
            <ac:inkMk id="15" creationId="{D16712CC-BEC5-D8C7-DCB9-981298B711DC}"/>
          </ac:inkMkLst>
        </pc:inkChg>
        <pc:inkChg chg="add mod">
          <ac:chgData name="Sebastian Schaffenroth" userId="83ba2d4c-f1cc-45fa-9036-06081a77fcd1" providerId="ADAL" clId="{F2154472-16D7-46D5-B8D0-F8FEF091E191}" dt="2026-10-06T08:46:33.529" v="50"/>
          <ac:inkMkLst>
            <pc:docMk/>
            <pc:sldMk cId="0" sldId="265"/>
            <ac:inkMk id="16" creationId="{7FDF8EB5-E8FC-5E95-43F1-AEAC23B0BA12}"/>
          </ac:inkMkLst>
        </pc:inkChg>
        <pc:inkChg chg="add mod">
          <ac:chgData name="Sebastian Schaffenroth" userId="83ba2d4c-f1cc-45fa-9036-06081a77fcd1" providerId="ADAL" clId="{F2154472-16D7-46D5-B8D0-F8FEF091E191}" dt="2026-10-06T08:46:36.068" v="52"/>
          <ac:inkMkLst>
            <pc:docMk/>
            <pc:sldMk cId="0" sldId="265"/>
            <ac:inkMk id="17" creationId="{40525CCE-9559-C01E-2A62-6008A1BA37F9}"/>
          </ac:inkMkLst>
        </pc:inkChg>
        <pc:inkChg chg="add mod">
          <ac:chgData name="Sebastian Schaffenroth" userId="83ba2d4c-f1cc-45fa-9036-06081a77fcd1" providerId="ADAL" clId="{F2154472-16D7-46D5-B8D0-F8FEF091E191}" dt="2026-10-06T08:46:36.068" v="52"/>
          <ac:inkMkLst>
            <pc:docMk/>
            <pc:sldMk cId="0" sldId="265"/>
            <ac:inkMk id="18" creationId="{6A06774C-22B6-4B34-B5F1-4972954A50E1}"/>
          </ac:inkMkLst>
        </pc:inkChg>
        <pc:inkChg chg="add mod">
          <ac:chgData name="Sebastian Schaffenroth" userId="83ba2d4c-f1cc-45fa-9036-06081a77fcd1" providerId="ADAL" clId="{F2154472-16D7-46D5-B8D0-F8FEF091E191}" dt="2026-10-06T08:46:33.529" v="50"/>
          <ac:inkMkLst>
            <pc:docMk/>
            <pc:sldMk cId="0" sldId="265"/>
            <ac:inkMk id="19" creationId="{0A992DBD-EA4F-862D-BD20-41FF01B45C85}"/>
          </ac:inkMkLst>
        </pc:inkChg>
        <pc:inkChg chg="add mod">
          <ac:chgData name="Sebastian Schaffenroth" userId="83ba2d4c-f1cc-45fa-9036-06081a77fcd1" providerId="ADAL" clId="{F2154472-16D7-46D5-B8D0-F8FEF091E191}" dt="2026-10-06T08:46:36.068" v="52"/>
          <ac:inkMkLst>
            <pc:docMk/>
            <pc:sldMk cId="0" sldId="265"/>
            <ac:inkMk id="23" creationId="{6728B909-2360-8766-A6E5-BCB329E4B69E}"/>
          </ac:inkMkLst>
        </pc:inkChg>
        <pc:inkChg chg="add mod">
          <ac:chgData name="Sebastian Schaffenroth" userId="83ba2d4c-f1cc-45fa-9036-06081a77fcd1" providerId="ADAL" clId="{F2154472-16D7-46D5-B8D0-F8FEF091E191}" dt="2026-10-06T08:46:57.112" v="59"/>
          <ac:inkMkLst>
            <pc:docMk/>
            <pc:sldMk cId="0" sldId="265"/>
            <ac:inkMk id="25" creationId="{B2BEB74F-A03E-B291-C2FA-05D1B01ECB84}"/>
          </ac:inkMkLst>
        </pc:inkChg>
        <pc:inkChg chg="add mod">
          <ac:chgData name="Sebastian Schaffenroth" userId="83ba2d4c-f1cc-45fa-9036-06081a77fcd1" providerId="ADAL" clId="{F2154472-16D7-46D5-B8D0-F8FEF091E191}" dt="2026-10-06T08:46:57.112" v="59"/>
          <ac:inkMkLst>
            <pc:docMk/>
            <pc:sldMk cId="0" sldId="265"/>
            <ac:inkMk id="26" creationId="{73615EA9-D4FB-F4A6-49A1-EC120799B631}"/>
          </ac:inkMkLst>
        </pc:inkChg>
        <pc:inkChg chg="add mod">
          <ac:chgData name="Sebastian Schaffenroth" userId="83ba2d4c-f1cc-45fa-9036-06081a77fcd1" providerId="ADAL" clId="{F2154472-16D7-46D5-B8D0-F8FEF091E191}" dt="2026-10-06T08:46:57.112" v="59"/>
          <ac:inkMkLst>
            <pc:docMk/>
            <pc:sldMk cId="0" sldId="265"/>
            <ac:inkMk id="27" creationId="{1FAFCD4D-1D13-667E-9C07-84CB2F3C1CDC}"/>
          </ac:inkMkLst>
        </pc:inkChg>
        <pc:inkChg chg="add mod">
          <ac:chgData name="Sebastian Schaffenroth" userId="83ba2d4c-f1cc-45fa-9036-06081a77fcd1" providerId="ADAL" clId="{F2154472-16D7-46D5-B8D0-F8FEF091E191}" dt="2026-10-06T08:46:57.112" v="59"/>
          <ac:inkMkLst>
            <pc:docMk/>
            <pc:sldMk cId="0" sldId="265"/>
            <ac:inkMk id="28" creationId="{3FCF5DBC-B4FE-2078-8A0A-4623ED8DE702}"/>
          </ac:inkMkLst>
        </pc:inkChg>
        <pc:inkChg chg="add mod">
          <ac:chgData name="Sebastian Schaffenroth" userId="83ba2d4c-f1cc-45fa-9036-06081a77fcd1" providerId="ADAL" clId="{F2154472-16D7-46D5-B8D0-F8FEF091E191}" dt="2026-10-06T08:46:57.112" v="59"/>
          <ac:inkMkLst>
            <pc:docMk/>
            <pc:sldMk cId="0" sldId="265"/>
            <ac:inkMk id="29" creationId="{42787140-F945-45B1-2CF3-E50995A4C5F7}"/>
          </ac:inkMkLst>
        </pc:inkChg>
        <pc:inkChg chg="add mod">
          <ac:chgData name="Sebastian Schaffenroth" userId="83ba2d4c-f1cc-45fa-9036-06081a77fcd1" providerId="ADAL" clId="{F2154472-16D7-46D5-B8D0-F8FEF091E191}" dt="2026-10-06T08:46:57.112" v="59"/>
          <ac:inkMkLst>
            <pc:docMk/>
            <pc:sldMk cId="0" sldId="265"/>
            <ac:inkMk id="30" creationId="{EC61007B-EC16-A859-F768-AE595B2291A9}"/>
          </ac:inkMkLst>
        </pc:inkChg>
        <pc:inkChg chg="add mod">
          <ac:chgData name="Sebastian Schaffenroth" userId="83ba2d4c-f1cc-45fa-9036-06081a77fcd1" providerId="ADAL" clId="{F2154472-16D7-46D5-B8D0-F8FEF091E191}" dt="2026-10-06T08:47:14.626" v="62"/>
          <ac:inkMkLst>
            <pc:docMk/>
            <pc:sldMk cId="0" sldId="265"/>
            <ac:inkMk id="34" creationId="{05436610-06FC-7D58-7F00-91797E2A43A7}"/>
          </ac:inkMkLst>
        </pc:inkChg>
        <pc:inkChg chg="add mod">
          <ac:chgData name="Sebastian Schaffenroth" userId="83ba2d4c-f1cc-45fa-9036-06081a77fcd1" providerId="ADAL" clId="{F2154472-16D7-46D5-B8D0-F8FEF091E191}" dt="2026-10-06T08:47:14.626" v="62"/>
          <ac:inkMkLst>
            <pc:docMk/>
            <pc:sldMk cId="0" sldId="265"/>
            <ac:inkMk id="35" creationId="{FAFDC3A5-7865-1B1D-6974-D11151AE17BD}"/>
          </ac:inkMkLst>
        </pc:inkChg>
        <pc:inkChg chg="add mod">
          <ac:chgData name="Sebastian Schaffenroth" userId="83ba2d4c-f1cc-45fa-9036-06081a77fcd1" providerId="ADAL" clId="{F2154472-16D7-46D5-B8D0-F8FEF091E191}" dt="2026-10-06T08:47:25.520" v="65"/>
          <ac:inkMkLst>
            <pc:docMk/>
            <pc:sldMk cId="0" sldId="265"/>
            <ac:inkMk id="37" creationId="{EBE29A6E-396D-0F72-13FA-304BC5E42D42}"/>
          </ac:inkMkLst>
        </pc:inkChg>
        <pc:inkChg chg="add mod">
          <ac:chgData name="Sebastian Schaffenroth" userId="83ba2d4c-f1cc-45fa-9036-06081a77fcd1" providerId="ADAL" clId="{F2154472-16D7-46D5-B8D0-F8FEF091E191}" dt="2026-10-06T08:47:25.520" v="65"/>
          <ac:inkMkLst>
            <pc:docMk/>
            <pc:sldMk cId="0" sldId="265"/>
            <ac:inkMk id="38" creationId="{99B36AF1-9D40-9A35-F7B3-E3A54E83DD25}"/>
          </ac:inkMkLst>
        </pc:inkChg>
        <pc:inkChg chg="add mod">
          <ac:chgData name="Sebastian Schaffenroth" userId="83ba2d4c-f1cc-45fa-9036-06081a77fcd1" providerId="ADAL" clId="{F2154472-16D7-46D5-B8D0-F8FEF091E191}" dt="2026-10-06T08:47:28.692" v="68"/>
          <ac:inkMkLst>
            <pc:docMk/>
            <pc:sldMk cId="0" sldId="265"/>
            <ac:inkMk id="40" creationId="{2C13B1A4-2628-6788-872D-933377636D40}"/>
          </ac:inkMkLst>
        </pc:inkChg>
        <pc:inkChg chg="add mod">
          <ac:chgData name="Sebastian Schaffenroth" userId="83ba2d4c-f1cc-45fa-9036-06081a77fcd1" providerId="ADAL" clId="{F2154472-16D7-46D5-B8D0-F8FEF091E191}" dt="2026-10-06T08:47:28.692" v="68"/>
          <ac:inkMkLst>
            <pc:docMk/>
            <pc:sldMk cId="0" sldId="265"/>
            <ac:inkMk id="41" creationId="{D15207CA-9B4C-24AC-D2E0-597FB195957C}"/>
          </ac:inkMkLst>
        </pc:inkChg>
        <pc:inkChg chg="add mod">
          <ac:chgData name="Sebastian Schaffenroth" userId="83ba2d4c-f1cc-45fa-9036-06081a77fcd1" providerId="ADAL" clId="{F2154472-16D7-46D5-B8D0-F8FEF091E191}" dt="2026-10-06T08:47:31.851" v="73"/>
          <ac:inkMkLst>
            <pc:docMk/>
            <pc:sldMk cId="0" sldId="265"/>
            <ac:inkMk id="43" creationId="{DCA05AEE-63E6-1E76-B274-9E7B9085BF34}"/>
          </ac:inkMkLst>
        </pc:inkChg>
        <pc:inkChg chg="add mod">
          <ac:chgData name="Sebastian Schaffenroth" userId="83ba2d4c-f1cc-45fa-9036-06081a77fcd1" providerId="ADAL" clId="{F2154472-16D7-46D5-B8D0-F8FEF091E191}" dt="2026-10-06T08:47:31.851" v="73"/>
          <ac:inkMkLst>
            <pc:docMk/>
            <pc:sldMk cId="0" sldId="265"/>
            <ac:inkMk id="44" creationId="{B9CE58ED-F0F5-F181-8726-CC5A8BB6FF59}"/>
          </ac:inkMkLst>
        </pc:inkChg>
        <pc:inkChg chg="add mod">
          <ac:chgData name="Sebastian Schaffenroth" userId="83ba2d4c-f1cc-45fa-9036-06081a77fcd1" providerId="ADAL" clId="{F2154472-16D7-46D5-B8D0-F8FEF091E191}" dt="2026-10-06T08:47:31.851" v="73"/>
          <ac:inkMkLst>
            <pc:docMk/>
            <pc:sldMk cId="0" sldId="265"/>
            <ac:inkMk id="45" creationId="{048EB144-3DCB-BE55-A2DD-B2F2EA722A0C}"/>
          </ac:inkMkLst>
        </pc:inkChg>
        <pc:inkChg chg="add mod">
          <ac:chgData name="Sebastian Schaffenroth" userId="83ba2d4c-f1cc-45fa-9036-06081a77fcd1" providerId="ADAL" clId="{F2154472-16D7-46D5-B8D0-F8FEF091E191}" dt="2026-10-06T08:47:31.851" v="73"/>
          <ac:inkMkLst>
            <pc:docMk/>
            <pc:sldMk cId="0" sldId="265"/>
            <ac:inkMk id="46" creationId="{59269C4A-A114-8F4E-C211-ADD687CDAF7A}"/>
          </ac:inkMkLst>
        </pc:inkChg>
      </pc:sldChg>
      <pc:sldChg chg="addSp mod">
        <pc:chgData name="Sebastian Schaffenroth" userId="83ba2d4c-f1cc-45fa-9036-06081a77fcd1" providerId="ADAL" clId="{F2154472-16D7-46D5-B8D0-F8FEF091E191}" dt="2026-10-06T08:52:00.320" v="78" actId="9405"/>
        <pc:sldMkLst>
          <pc:docMk/>
          <pc:sldMk cId="0" sldId="269"/>
        </pc:sldMkLst>
        <pc:inkChg chg="add">
          <ac:chgData name="Sebastian Schaffenroth" userId="83ba2d4c-f1cc-45fa-9036-06081a77fcd1" providerId="ADAL" clId="{F2154472-16D7-46D5-B8D0-F8FEF091E191}" dt="2026-10-06T08:51:38.857" v="74" actId="9405"/>
          <ac:inkMkLst>
            <pc:docMk/>
            <pc:sldMk cId="0" sldId="269"/>
            <ac:inkMk id="4" creationId="{720CCAA0-2600-8610-3A1E-2E46617F4A2F}"/>
          </ac:inkMkLst>
        </pc:inkChg>
        <pc:inkChg chg="add">
          <ac:chgData name="Sebastian Schaffenroth" userId="83ba2d4c-f1cc-45fa-9036-06081a77fcd1" providerId="ADAL" clId="{F2154472-16D7-46D5-B8D0-F8FEF091E191}" dt="2026-10-06T08:51:40.710" v="75" actId="9405"/>
          <ac:inkMkLst>
            <pc:docMk/>
            <pc:sldMk cId="0" sldId="269"/>
            <ac:inkMk id="5" creationId="{50A28281-ABCD-452C-ECB6-18291C7423A2}"/>
          </ac:inkMkLst>
        </pc:inkChg>
        <pc:inkChg chg="add">
          <ac:chgData name="Sebastian Schaffenroth" userId="83ba2d4c-f1cc-45fa-9036-06081a77fcd1" providerId="ADAL" clId="{F2154472-16D7-46D5-B8D0-F8FEF091E191}" dt="2026-10-06T08:51:42.941" v="76" actId="9405"/>
          <ac:inkMkLst>
            <pc:docMk/>
            <pc:sldMk cId="0" sldId="269"/>
            <ac:inkMk id="6" creationId="{5A9CB629-7AEA-0724-B563-FD68BA6D67A0}"/>
          </ac:inkMkLst>
        </pc:inkChg>
        <pc:inkChg chg="add">
          <ac:chgData name="Sebastian Schaffenroth" userId="83ba2d4c-f1cc-45fa-9036-06081a77fcd1" providerId="ADAL" clId="{F2154472-16D7-46D5-B8D0-F8FEF091E191}" dt="2026-10-06T08:51:45.620" v="77" actId="9405"/>
          <ac:inkMkLst>
            <pc:docMk/>
            <pc:sldMk cId="0" sldId="269"/>
            <ac:inkMk id="7" creationId="{E2CC4B5A-FA9B-DBA7-2915-95C3158973E0}"/>
          </ac:inkMkLst>
        </pc:inkChg>
        <pc:inkChg chg="add">
          <ac:chgData name="Sebastian Schaffenroth" userId="83ba2d4c-f1cc-45fa-9036-06081a77fcd1" providerId="ADAL" clId="{F2154472-16D7-46D5-B8D0-F8FEF091E191}" dt="2026-10-06T08:52:00.320" v="78" actId="9405"/>
          <ac:inkMkLst>
            <pc:docMk/>
            <pc:sldMk cId="0" sldId="269"/>
            <ac:inkMk id="8" creationId="{428B036C-9457-E960-9832-B2D535747AE1}"/>
          </ac:inkMkLst>
        </pc:inkChg>
      </pc:sldChg>
      <pc:sldChg chg="modSp mod">
        <pc:chgData name="Sebastian Schaffenroth" userId="83ba2d4c-f1cc-45fa-9036-06081a77fcd1" providerId="ADAL" clId="{F2154472-16D7-46D5-B8D0-F8FEF091E191}" dt="2026-10-06T08:57:42.567" v="79" actId="1076"/>
        <pc:sldMkLst>
          <pc:docMk/>
          <pc:sldMk cId="0" sldId="270"/>
        </pc:sldMkLst>
        <pc:spChg chg="mod">
          <ac:chgData name="Sebastian Schaffenroth" userId="83ba2d4c-f1cc-45fa-9036-06081a77fcd1" providerId="ADAL" clId="{F2154472-16D7-46D5-B8D0-F8FEF091E191}" dt="2026-10-06T08:57:42.567" v="79" actId="1076"/>
          <ac:spMkLst>
            <pc:docMk/>
            <pc:sldMk cId="0" sldId="270"/>
            <ac:spMk id="5" creationId="{CC107AED-1C6C-3D85-4B56-B4D24BF62776}"/>
          </ac:spMkLst>
        </pc:spChg>
      </pc:sldChg>
      <pc:sldChg chg="addSp delSp modSp mod">
        <pc:chgData name="Sebastian Schaffenroth" userId="83ba2d4c-f1cc-45fa-9036-06081a77fcd1" providerId="ADAL" clId="{F2154472-16D7-46D5-B8D0-F8FEF091E191}" dt="2026-10-06T09:05:15.223" v="88" actId="1076"/>
        <pc:sldMkLst>
          <pc:docMk/>
          <pc:sldMk cId="0" sldId="272"/>
        </pc:sldMkLst>
        <pc:spChg chg="mod">
          <ac:chgData name="Sebastian Schaffenroth" userId="83ba2d4c-f1cc-45fa-9036-06081a77fcd1" providerId="ADAL" clId="{F2154472-16D7-46D5-B8D0-F8FEF091E191}" dt="2026-10-06T09:03:16.079" v="80" actId="1076"/>
          <ac:spMkLst>
            <pc:docMk/>
            <pc:sldMk cId="0" sldId="272"/>
            <ac:spMk id="4" creationId="{A3A42776-3F50-5B58-7000-A094D954E3CD}"/>
          </ac:spMkLst>
        </pc:spChg>
        <pc:spChg chg="mod">
          <ac:chgData name="Sebastian Schaffenroth" userId="83ba2d4c-f1cc-45fa-9036-06081a77fcd1" providerId="ADAL" clId="{F2154472-16D7-46D5-B8D0-F8FEF091E191}" dt="2026-10-06T09:03:17.370" v="81" actId="1076"/>
          <ac:spMkLst>
            <pc:docMk/>
            <pc:sldMk cId="0" sldId="272"/>
            <ac:spMk id="5" creationId="{221E801A-1B6B-3250-8F89-197A607E3B6D}"/>
          </ac:spMkLst>
        </pc:spChg>
        <pc:spChg chg="mod">
          <ac:chgData name="Sebastian Schaffenroth" userId="83ba2d4c-f1cc-45fa-9036-06081a77fcd1" providerId="ADAL" clId="{F2154472-16D7-46D5-B8D0-F8FEF091E191}" dt="2026-10-06T09:03:21.372" v="83" actId="1076"/>
          <ac:spMkLst>
            <pc:docMk/>
            <pc:sldMk cId="0" sldId="272"/>
            <ac:spMk id="6" creationId="{FA40BCA7-C0E8-4EBF-4F23-004A39E8530B}"/>
          </ac:spMkLst>
        </pc:spChg>
        <pc:spChg chg="mod">
          <ac:chgData name="Sebastian Schaffenroth" userId="83ba2d4c-f1cc-45fa-9036-06081a77fcd1" providerId="ADAL" clId="{F2154472-16D7-46D5-B8D0-F8FEF091E191}" dt="2026-10-06T09:05:12.579" v="86" actId="1076"/>
          <ac:spMkLst>
            <pc:docMk/>
            <pc:sldMk cId="0" sldId="272"/>
            <ac:spMk id="7" creationId="{6485A211-4D01-0E78-94F1-1894B3F6FB49}"/>
          </ac:spMkLst>
        </pc:spChg>
        <pc:spChg chg="mod">
          <ac:chgData name="Sebastian Schaffenroth" userId="83ba2d4c-f1cc-45fa-9036-06081a77fcd1" providerId="ADAL" clId="{F2154472-16D7-46D5-B8D0-F8FEF091E191}" dt="2026-10-06T09:05:14.070" v="87" actId="1076"/>
          <ac:spMkLst>
            <pc:docMk/>
            <pc:sldMk cId="0" sldId="272"/>
            <ac:spMk id="8" creationId="{61FD79AC-8007-4E3E-2E5D-E701D9E87393}"/>
          </ac:spMkLst>
        </pc:spChg>
        <pc:spChg chg="mod">
          <ac:chgData name="Sebastian Schaffenroth" userId="83ba2d4c-f1cc-45fa-9036-06081a77fcd1" providerId="ADAL" clId="{F2154472-16D7-46D5-B8D0-F8FEF091E191}" dt="2026-10-06T09:05:15.223" v="88" actId="1076"/>
          <ac:spMkLst>
            <pc:docMk/>
            <pc:sldMk cId="0" sldId="272"/>
            <ac:spMk id="9" creationId="{26CC947B-BDFD-9DCF-6033-81AB3419910D}"/>
          </ac:spMkLst>
        </pc:spChg>
        <pc:inkChg chg="add del">
          <ac:chgData name="Sebastian Schaffenroth" userId="83ba2d4c-f1cc-45fa-9036-06081a77fcd1" providerId="ADAL" clId="{F2154472-16D7-46D5-B8D0-F8FEF091E191}" dt="2026-10-06T09:05:09.196" v="85"/>
          <ac:inkMkLst>
            <pc:docMk/>
            <pc:sldMk cId="0" sldId="272"/>
            <ac:inkMk id="10" creationId="{7C08AF2C-56B1-062F-2E06-D87D764A18ED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05D51D2-ADCD-4092-BFAC-B3B920D83F85}" type="datetime1">
              <a:rPr lang="de-DE" smtClean="0"/>
              <a:t>06.10.2026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39:34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618 4 9944 0 0,'0'0'200'0'0,"-4"1"1"0"0,-9 0 2 0 0,-1-1-1 0 0,-18-3 1 0 0,-15 0 573 0 0,35 3-611 0 0,0 1 0 0 0,0-1 0 0 0,0 2 0 0 0,0 0 0 0 0,0 0 0 0 0,0 1 0 0 0,0 1 0 0 0,1 0-1 0 0,0 1 1 0 0,0 0 0 0 0,0 0 0 0 0,0 1 0 0 0,-13 10 0 0 0,14-8-76 0 0,-20 15 563 0 0,-53 31-1 0 0,71-47-557 0 0,1 1 0 0 0,0 0 0 0 0,0 1 0 0 0,1 0 0 0 0,0 0 0 0 0,-10 13 0 0 0,-48 68 682 0 0,62-82-738 0 0,1 1 28 0 0,-1 1 1 0 0,2-1-1 0 0,-4 11 0 0 0,-6 10 96 0 0,12-23-122 0 0,-1 0 0 0 0,1 0 1 0 0,0 0-1 0 0,1 0 0 0 0,0 0 1 0 0,0 0-1 0 0,0 14 0 0 0,1-7-5 0 0,0 5 44 0 0,1 0 0 0 0,1 1 0 0 0,4 19 0 0 0,-4-26-24 0 0,1-1-1 0 0,0 0-1 0 0,1-1 1 0 0,1 1 0 0 0,0-1-1 0 0,0 0 1 0 0,12 16 0 0 0,-14-22-28 0 0,0-1 1 0 0,0 0-1 0 0,1 0 1 0 0,0 0 0 0 0,0-1-1 0 0,0 0 1 0 0,0 1-1 0 0,0-1 1 0 0,1-1-1 0 0,-1 1 1 0 0,1-1 0 0 0,0 1-1 0 0,0-1 1 0 0,0-1-1 0 0,0 1 1 0 0,0-1-1 0 0,0 0 1 0 0,5 1 0 0 0,3 0 24 0 0,-1-2 0 0 0,0 1 0 0 0,1-1 0 0 0,-1-1 0 0 0,0 0 0 0 0,21-5 0 0 0,-21 2-20 0 0,0-1 0 0 0,-1 0 0 0 0,0-1 0 0 0,0-1 0 0 0,0 1-1 0 0,-1-2 1 0 0,19-15 0 0 0,-7 0 12 0 0,-1 0 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39:35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11760 0 0,'0'0'2520'0'0,"5"-3"-2144"0"0,26-12 109 0 0,2 2 0 0 0,55-16 1 0 0,-82 27-408 0 0,0 1 0 0 0,0 0 0 0 0,0 0 0 0 0,0 1-1 0 0,0 0 1 0 0,0 0 0 0 0,9 1 0 0 0,-13 1-46 0 0,-1 2-24 0 0,-1-1 0 0 0,1 0 0 0 0,-1 1 0 0 0,0-1 0 0 0,0 1 0 0 0,0-1 0 0 0,0 0 0 0 0,-1 1 0 0 0,0-1 0 0 0,-1 5-1 0 0,-13 37 55 0 0,12-36-59 0 0,-6 16 16 0 0,0-1 0 0 0,2 2-1 0 0,1-1 1 0 0,1 1 0 0 0,-1 28-1 0 0,5-40-6 0 0,0-12-7 0 0,1 1 0 0 0,0 0 0 0 0,0-1 0 0 0,0 1 0 0 0,0 0 0 0 0,0-1 0 0 0,0 1 0 0 0,1-1 0 0 0,-1 1 0 0 0,1 0 0 0 0,0-1 0 0 0,0 1 0 0 0,0-1 0 0 0,2 5 0 0 0,-3-7-4 0 0,1 0 0 0 0,-1 0 0 0 0,0 0 0 0 0,1 0 0 0 0,-1 0 0 0 0,1 0 0 0 0,-1 0 0 0 0,1 0 0 0 0,-1 0 0 0 0,0 0 0 0 0,1 0 0 0 0,-1 0 0 0 0,1 0 0 0 0,-1 0 0 0 0,1 0 0 0 0,-1 0-1 0 0,0 0 1 0 0,1 0 0 0 0,-1-1 0 0 0,1 1 0 0 0,-1 0 0 0 0,0 0 0 0 0,1-1 0 0 0,-1 1 0 0 0,0 0 0 0 0,1 0 0 0 0,-1-1 0 0 0,0 1 0 0 0,0 0 0 0 0,1-1 0 0 0,-1 1 0 0 0,0 0 0 0 0,0-1 0 0 0,1 1 0 0 0,-1-1 0 0 0,9-10 5 0 0,-1-1 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39:35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24 10344 0 0,'-6'28'67'0'0,"-4"15"210"0"0,4-25-90 0 0,2 1 1 0 0,-4 30-1 0 0,-6 71 999 0 0,11-103 1754 0 0,9-27-2868 0 0,7-16-39 0 0,10-19 96 0 0,40-58 0 0 0,-55 91-90 0 0,1 0 0 0 0,1 1 0 0 0,0 0 0 0 0,0 0 0 0 0,1 1 0 0 0,0 1 0 0 0,1 0 0 0 0,0 0 0 0 0,25-13 0 0 0,-29 19-2 0 0,0 0 0 0 0,1 1 0 0 0,-1 0 0 0 0,1 0 1 0 0,0 0-1 0 0,9 1 0 0 0,4-2 53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39:35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38 11656 0 0,'-18'26'107'0'0,"6"-7"67"0"0,6-10-78 0 0,0 0 1 0 0,1 0-1 0 0,0 0 0 0 0,0 1 0 0 0,1 0 0 0 0,-3 13 0 0 0,4-12-9 0 0,1 1 0 0 0,-1 18-1 0 0,3-25-12 0 0,0 0 0 0 0,0 0 0 0 0,0 1 0 0 0,1-1 0 0 0,0 0 0 0 0,0 0 0 0 0,0-1 0 0 0,3 7 0 0 0,-3-9-46 0 0,0 0 0 0 0,1 0 0 0 0,-1-1 0 0 0,0 1 0 0 0,1-1 0 0 0,-1 1 0 0 0,1-1 0 0 0,-1 0 1 0 0,1 0-1 0 0,-1 1 0 0 0,1-1 0 0 0,0 0 0 0 0,0 0 0 0 0,0-1 0 0 0,-1 1 0 0 0,1 0 1 0 0,0-1-1 0 0,0 1 0 0 0,0-1 0 0 0,0 1 0 0 0,0-1 0 0 0,0 0 0 0 0,0 0 0 0 0,0 0 0 0 0,1 0 1 0 0,-1 0-1 0 0,0-1 0 0 0,0 1 0 0 0,0-1 0 0 0,0 1 0 0 0,-1-1 0 0 0,1 1 0 0 0,0-1 0 0 0,2-1 1 0 0,6-5 67 0 0,-1 0 1 0 0,0 0-1 0 0,0-1 1 0 0,-1 0-1 0 0,0-1 0 0 0,-1 0 1 0 0,9-13-1 0 0,0 1 58 0 0,2-3-1 0 0,-2-1 0 0 0,14-28 1 0 0,1-2 230 0 0,-20 28-99 0 0,-10 26 139 0 0,-2 3-349 0 0,-6 27 84 0 0,2-9-39 0 0,1-1-1 0 0,0 1 1 0 0,-1 40-1 0 0,5-38-61 0 0,0-15-29 0 0,0 1-1 0 0,0-1 1 0 0,0 0 0 0 0,1 1 0 0 0,0-1-1 0 0,1 0 1 0 0,-1 1 0 0 0,1-1 0 0 0,5 11-1 0 0,-1-8 44 0 0,-5-8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39:35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11656 0 0,'-1'17'63'0'0,"-3"9"198"0"0,2-16-120 0 0,1-1 0 0 0,0 1 0 0 0,0 13 0 0 0,7 67 400 0 0,-5-86-492 0 0,0 0 1 0 0,0 0-1 0 0,0 0 1 0 0,1 0-1 0 0,-1 0 1 0 0,1 0-1 0 0,0 0 1 0 0,0-1-1 0 0,0 1 1 0 0,1-1-1 0 0,-1 1 1 0 0,1-1-1 0 0,-1 0 1 0 0,1 0-1 0 0,1 0 1 0 0,-1 0-1 0 0,6 4 1 0 0,-4-4 17 0 0,0 0 0 0 0,1-1 0 0 0,-1 1 0 0 0,1-1 0 0 0,-1 0 0 0 0,1 0 0 0 0,0-1 0 0 0,-1 0 0 0 0,1 0 0 0 0,0 0 0 0 0,0 0 0 0 0,7-1 1 0 0,-5 0-19 0 0,0-1 0 0 0,0 0 1 0 0,0 0-1 0 0,0-1 0 0 0,0 1 1 0 0,0-2-1 0 0,0 1 0 0 0,0-1 1 0 0,-1-1-1 0 0,1 1 0 0 0,-1-1 1 0 0,0 0-1 0 0,0-1 0 0 0,-1 0 1 0 0,1 0-1 0 0,-1 0 0 0 0,0-1 1 0 0,6-7-1 0 0,-2 2 17 0 0,-1 0 0 0 0,-1-1 1 0 0,0 0-1 0 0,0 0 0 0 0,-1-1 0 0 0,-1 0 1 0 0,0 0-1 0 0,-1 0 0 0 0,6-22 0 0 0,-10 24-10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39:36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9944 0 0,'-1'0'10'0'0,"-6"5"169"0"0,1-1-1 0 0,-1-1 1 0 0,0 1 0 0 0,-11 3 0 0 0,17-6-125 0 0,-1-1-1 0 0,0 1 1 0 0,1 0 0 0 0,-1 0 0 0 0,1 0 0 0 0,-1 0 0 0 0,1 1 0 0 0,0-1 0 0 0,-1 0-1 0 0,-1 2 1 0 0,1 0 27 0 0,0 3 86 0 0,-1 11 373 0 0,0 29 1 0 0,3-43-202 0 0,2-3-302 0 0,0 1 1 0 0,0-1 0 0 0,0 1-1 0 0,0-1 1 0 0,1 0 0 0 0,-1 0-1 0 0,0 0 1 0 0,0 0-1 0 0,0-1 1 0 0,0 1 0 0 0,0-1-1 0 0,3 0 1 0 0,3-1 75 0 0,14 0 421 0 0,26 0 0 0 0,-39 2-415 0 0,-1 1 0 0 0,1 0 0 0 0,0 0 0 0 0,-1 1 0 0 0,16 5 0 0 0,-23-7-101 0 0,0 1 1 0 0,0 0-1 0 0,0 0 1 0 0,0-1 0 0 0,0 1-1 0 0,0 0 1 0 0,0 0 0 0 0,-1 0-1 0 0,1 0 1 0 0,0 0 0 0 0,-1 0-1 0 0,1 0 1 0 0,0 0 0 0 0,-1 0-1 0 0,1 1 1 0 0,-1-1 0 0 0,0 0-1 0 0,1 0 1 0 0,-1 0 0 0 0,0 1-1 0 0,0-1 1 0 0,0 0 0 0 0,0 0-1 0 0,0 1 1 0 0,0-1 0 0 0,0 0-1 0 0,0 0 1 0 0,0 1 0 0 0,-1 1-1 0 0,0 3 25 0 0,0-1-1 0 0,-1 1 1 0 0,0-1-1 0 0,-4 10 1 0 0,3-9-22 0 0,-1-1 0 0 0,1 0 1 0 0,-1 0-1 0 0,0 0 0 0 0,-1 0 1 0 0,1-1-1 0 0,-1 1 0 0 0,0-1 1 0 0,0 0-1 0 0,0-1 0 0 0,-1 1 1 0 0,1-1-1 0 0,-9 3 1 0 0,-8 3 53 0 0,0-2 1 0 0,-31 8 0 0 0,17-6 9 0 0,-32 4 238 0 0,67-13-314 0 0,1 0-1 0 0,0 0 1 0 0,-1 0-1 0 0,1 1 1 0 0,0-1-1 0 0,-1 0 1 0 0,1 0-1 0 0,-1 0 1 0 0,1 0-1 0 0,0 0 1 0 0,-1 0-1 0 0,1 0 1 0 0,0 0-1 0 0,-1 0 1 0 0,1 0-1 0 0,0 0 1 0 0,-1-1-1 0 0,1 1 1 0 0,0 0-1 0 0,-1 0 1 0 0,1 0-1 0 0,0 0 1 0 0,-1 0-1 0 0,1-1 1 0 0,0 1-1 0 0,0 0 1 0 0,-1-1-1 0 0,4-7 83 0 0,20-15-81 0 0,-17 17 26 0 0,12-13-10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39:36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157 321 11656 0 0,'-10'-225'352'0'0,"9"200"-199"0"0,-4-36 398 0 0,5 61-540 0 0,0-1 1 0 0,0 1-1 0 0,-1-1 0 0 0,1 1 1 0 0,0 0-1 0 0,0-1 1 0 0,0 1-1 0 0,0 0 1 0 0,0-1-1 0 0,0 1 1 0 0,0 0-1 0 0,0-1 1 0 0,-1 1-1 0 0,1 0 1 0 0,0-1-1 0 0,0 1 1 0 0,-1 0-1 0 0,1-1 0 0 0,0 1 1 0 0,0 0-1 0 0,-1 0 1 0 0,1-1-1 0 0,0 1 1 0 0,-1 0-1 0 0,1 0 1 0 0,0 0-1 0 0,-1-1 1 0 0,1 1-1 0 0,0 0 1 0 0,-1 0-1 0 0,1 0 1 0 0,-1 0-1 0 0,0 0 2 0 0,0 0 0 0 0,0 0 0 0 0,0 1 0 0 0,0-1 0 0 0,0 0 0 0 0,1 1 0 0 0,-1-1 1 0 0,0 1-1 0 0,0-1 0 0 0,0 1 0 0 0,1-1 0 0 0,-3 2 0 0 0,0 2 26 0 0,-1-1 0 0 0,1 1 0 0 0,0 0 0 0 0,-5 8 1 0 0,-5 16 441 0 0,2 0 0 0 0,1 1 0 0 0,-13 55 0 0 0,3-7-101 0 0,16-57-215 0 0,0 1 0 0 0,-3 39 0 0 0,2-8 266 0 0,4-29-168 0 0,0 1-1 0 0,4 35 1 0 0,-1-35-154 0 0,0-2 19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39:37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10152 0 0,'45'12'1290'0'0,"84"33"1"0"0,-119-42-1034 0 0,0 0 1 0 0,0 0 0 0 0,15 1-1 0 0,7 2-1864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39:37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 10448 0 0,'6'19'72'0'0,"3"8"58"0"0,-7-20-76 0 0,1 0 0 0 0,1-1 0 0 0,-1 1 0 0 0,1-1 0 0 0,0 0-1 0 0,0 0 1 0 0,9 9 0 0 0,-9-10-16 0 0,1-1-1 0 0,-1 0 1 0 0,1 0 0 0 0,0 0 0 0 0,0-1-1 0 0,9 5 1 0 0,-12-7 0 0 0,1 0 0 0 0,0 0 0 0 0,-1-1 0 0 0,1 1 0 0 0,0-1 0 0 0,0 1 0 0 0,-1-1 0 0 0,1 0 0 0 0,0 0 0 0 0,0 0 0 0 0,0 0 0 0 0,-1-1 0 0 0,1 1 1 0 0,0-1-1 0 0,0 0 0 0 0,4-2 0 0 0,1 0 56 0 0,-1-1 1 0 0,0 0-1 0 0,0 0 1 0 0,0 0-1 0 0,-1-1 1 0 0,11-10-1 0 0,32-38 183 0 0,-36 37-157 0 0,-4 5 189 0 0,0-2 0 0 0,12-23 0 0 0,-9 15 46 0 0,-10 16-253 0 0,1-1 0 0 0,-1 0 0 0 0,0 0 0 0 0,0 0 0 0 0,-1 0 1 0 0,0 0-1 0 0,0 0 0 0 0,0 0 0 0 0,-1 0 0 0 0,0-12 1 0 0,-3-1 711 0 0,3 17-692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39:37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0 748 12552 0 0,'0'0'830'0'0,"1"-7"-419"0"0,5-96 201 0 0,10-137 1353 0 0,-12 208-1724 0 0,1 1 0 0 0,1 0 0 0 0,2 1 0 0 0,1-1 0 0 0,24-53-1 0 0,-31 80-195 0 0,8-20 369 0 0,25-38 0 0 0,-31 56-366 0 0,1-1-1 0 0,1 0 0 0 0,-1 1 0 0 0,1 0 1 0 0,0 0-1 0 0,0 1 0 0 0,1 0 0 0 0,0 0 1 0 0,10-6-1 0 0,-16 10-44 0 0,0 1 0 0 0,-1 0 0 0 0,1-1 0 0 0,0 1 0 0 0,-1-1 0 0 0,1 1 0 0 0,0 0 0 0 0,-1 0 0 0 0,1 0 1 0 0,0-1-1 0 0,0 1 0 0 0,-1 0 0 0 0,1 0 0 0 0,0 0 0 0 0,0 0 0 0 0,-1 0 0 0 0,1 0 0 0 0,0 0 0 0 0,0 0 0 0 0,-1 0 0 0 0,1 1 1 0 0,0-1-1 0 0,0 0 0 0 0,-1 0 0 0 0,1 1 0 0 0,0-1 0 0 0,-1 0 0 0 0,1 1 0 0 0,0-1 0 0 0,-1 1 0 0 0,1-1 0 0 0,-1 1 0 0 0,1-1 1 0 0,-1 1-1 0 0,1-1 0 0 0,-1 1 0 0 0,1 0 0 0 0,-1-1 0 0 0,1 1 0 0 0,-1 0 0 0 0,0-1 0 0 0,0 1 0 0 0,1 0 0 0 0,-1 0 0 0 0,8 19 59 0 0,-2 1 0 0 0,6 28-1 0 0,-12-47-56 0 0,3 12 46 0 0,0 0 0 0 0,1-1 1 0 0,9 23-1 0 0,-13-36-47 0 0,0 1 0 0 0,0-1-1 0 0,1 0 1 0 0,-1 1 0 0 0,0-1 0 0 0,1 0-1 0 0,-1 0 1 0 0,0 1 0 0 0,1-1-1 0 0,-1 0 1 0 0,0 0 0 0 0,1 1 0 0 0,-1-1-1 0 0,0 0 1 0 0,1 0 0 0 0,-1 0 0 0 0,0 0-1 0 0,1 1 1 0 0,-1-1 0 0 0,1 0 0 0 0,-1 0-1 0 0,1 0 1 0 0,-1 0 0 0 0,0 0 0 0 0,1 0-1 0 0,0 0 1 0 0,11-7 87 0 0,11-18 58 0 0,-17 17-98 0 0,-4 6-37 0 0,1-1 0 0 0,-1 1 0 0 0,1 0 0 0 0,-1 0 0 0 0,1 0 0 0 0,0 0 0 0 0,0 0 0 0 0,0 1 0 0 0,0-1 0 0 0,0 1 0 0 0,0 0 0 0 0,0 0 0 0 0,0 0 0 0 0,0 0 0 0 0,1 1 0 0 0,-1-1 0 0 0,4 1 0 0 0,-4 0 3 0 0,-1 0 0 0 0,1 1 0 0 0,0-1 0 0 0,0 1 1 0 0,0 0-1 0 0,0 0 0 0 0,-1 0 0 0 0,1 0 0 0 0,0 0 0 0 0,-1 1 0 0 0,1-1 0 0 0,-1 1 0 0 0,1 0 0 0 0,-1-1 0 0 0,0 1 0 0 0,0 0 0 0 0,0 0 0 0 0,0 1 0 0 0,2 2 0 0 0,11 19 153 0 0,-1 8 4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39:37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11952 0 0,'0'0'0'0'0,"23"3"272"0"0,-11 1 0 0 0,-1 0-8 0 0,10 0 16 0 0,5 0-160 0 0,0 1-8 0 0,2-3 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39:38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82 222 12360 0 0,'6'-5'185'0'0,"19"-12"6"0"0,85-61 481 0 0,-110 77-670 0 0,0 1 0 0 0,0-1 0 0 0,0 1 1 0 0,1 0-1 0 0,-1-1 0 0 0,0 1 1 0 0,1 0-1 0 0,-1 0 0 0 0,0-1 0 0 0,1 1 1 0 0,-1 0-1 0 0,0 0 0 0 0,1-1 0 0 0,-1 1 1 0 0,1 0-1 0 0,-1 0 0 0 0,0 0 1 0 0,1-1-1 0 0,-1 1 0 0 0,1 0 0 0 0,-1 0 1 0 0,1 0-1 0 0,-1 0 0 0 0,0 0 1 0 0,1 0-1 0 0,-1 0 0 0 0,1 0 0 0 0,-1 0 1 0 0,1 0-1 0 0,-1 0 0 0 0,1 1 0 0 0,-1-1 1 0 0,0 0-1 0 0,1 0 0 0 0,-1 0 1 0 0,1 0-1 0 0,-1 1 0 0 0,0-1 0 0 0,1 0 1 0 0,-1 0-1 0 0,0 1 0 0 0,1-1 1 0 0,-1 0-1 0 0,0 1 0 0 0,0-1 0 0 0,1 0 1 0 0,-1 1-1 0 0,0-1 0 0 0,0 1 1 0 0,1-1-1 0 0,-1 0 0 0 0,0 1 0 0 0,0-1 1 0 0,0 1-1 0 0,5 15 79 0 0,-1 1 0 0 0,3 20 0 0 0,-5-21-21 0 0,-1-8-15 0 0,0-1 0 0 0,1 1 0 0 0,2 7 0 0 0,-4-15-43 0 0,0 0 1 0 0,0 0-1 0 0,0 1 0 0 0,0-1 0 0 0,0 0 0 0 0,0 0 0 0 0,0 0 0 0 0,0 0 0 0 0,0 0 0 0 0,0 0 1 0 0,0 1-1 0 0,0-1 0 0 0,1 0 0 0 0,-1 0 0 0 0,0 0 0 0 0,0 0 0 0 0,0 0 0 0 0,0 0 1 0 0,0 0-1 0 0,0 0 0 0 0,0 0 0 0 0,0 1 0 0 0,0-1 0 0 0,1 0 0 0 0,-1 0 0 0 0,0 0 0 0 0,0 0 1 0 0,0 0-1 0 0,0 0 0 0 0,0 0 0 0 0,0 0 0 0 0,1 0 0 0 0,-1 0 0 0 0,0 0 0 0 0,0 0 0 0 0,0 0 1 0 0,0 0-1 0 0,0 0 0 0 0,0 0 0 0 0,1 0 0 0 0,-1 0 0 0 0,0 0 0 0 0,0 0 0 0 0,0 0 0 0 0,0 0 1 0 0,0 0-1 0 0,0-1 0 0 0,0 1 0 0 0,1 0 0 0 0,-1 0 0 0 0,0 0 0 0 0,0 0 0 0 0,0 0 1 0 0,0 0-1 0 0,0 0 0 0 0,0 0 0 0 0,0 0 0 0 0,0-1 0 0 0,8-18 171 0 0,11-72 206 0 0,-17 78-316 0 0,-1-1-1 0 0,-1 1 1 0 0,0-1 0 0 0,0 1-1 0 0,-3-15 1 0 0,3 25-44 0 0,-1 1 1 0 0,1 0-1 0 0,-1 0 0 0 0,0 0 1 0 0,1 0-1 0 0,-1 0 1 0 0,0 0-1 0 0,0 0 0 0 0,0 1 1 0 0,0-1-1 0 0,-1 0 1 0 0,1 0-1 0 0,0 1 0 0 0,-1-1 1 0 0,1 1-1 0 0,-1-1 0 0 0,0 1 1 0 0,1 0-1 0 0,-1 0 1 0 0,0 0-1 0 0,0 0 0 0 0,0 0 1 0 0,0 0-1 0 0,0 0 1 0 0,0 0-1 0 0,0 1 0 0 0,0-1 1 0 0,0 1-1 0 0,0-1 0 0 0,0 1 1 0 0,0 0-1 0 0,0 0 1 0 0,-4 0-1 0 0,-1 1 10 0 0,0 0 1 0 0,1 0-1 0 0,-1 0 0 0 0,0 1 0 0 0,0 0 1 0 0,1 0-1 0 0,-1 0 0 0 0,1 1 1 0 0,-7 4-1 0 0,3-2 43 0 0,0 1 1 0 0,0 0-1 0 0,1 1 1 0 0,0 0-1 0 0,0 0 1 0 0,1 1-1 0 0,-1 0 0 0 0,-11 16 1 0 0,-24 46 170 0 0,38-59-179 0 0,0 1-1 0 0,1-1 1 0 0,1 1 0 0 0,-5 18-1 0 0,8-25-27 0 0,0 1-1 0 0,0-1 1 0 0,1 1-1 0 0,-1-1 0 0 0,1 1 1 0 0,0-1-1 0 0,0 1 1 0 0,1-1-1 0 0,0 1 1 0 0,0-1-1 0 0,0 0 1 0 0,1 1-1 0 0,0-1 1 0 0,0 0-1 0 0,0 0 1 0 0,0 0-1 0 0,1 0 1 0 0,0 0-1 0 0,0-1 0 0 0,0 1 1 0 0,0-1-1 0 0,1 0 1 0 0,0 0-1 0 0,6 5 1 0 0,-5-4 21 0 0,1-1 0 0 0,0 0 0 0 0,0 0 1 0 0,1-1-1 0 0,-1 1 0 0 0,1-1 0 0 0,0-1 0 0 0,-1 1 1 0 0,1-1-1 0 0,0-1 0 0 0,1 1 0 0 0,9 0 0 0 0,-3-2 22 0 0,0 0-1 0 0,0-1 0 0 0,0 0 1 0 0,0-1-1 0 0,21-6 0 0 0,43-9 128 0 0,-49 12-68 0 0,0-1-1 0 0,0-2 1 0 0,30-12-1 0 0,-26 3-13 0 0,0 0 0 0 0,38-29 0 0 0,-29 18-35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0:55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1 664 1496 0 0,'0'0'2736'0'0,"0"-4"-2592"0"0,5-22 771 0 0,1 0 1 0 0,14-39-1 0 0,-9 31-844 0 0,5-6 151 0 0,-11 29 23 0 0,7-23 0 0 0,-9 22 2 0 0,1 0 0 0 0,0-1 1 0 0,1 2-1 0 0,11-23 0 0 0,-5 15-57 0 0,-2-1-1 0 0,10-27 1 0 0,-5 12 157 0 0,1-3 191 0 0,-4 10-115 0 0,1 1-1 0 0,29-50 0 0 0,-39 74-363 0 0,0 0 1 0 0,0 0-1 0 0,-1-1 0 0 0,1 1 0 0 0,-1 0 0 0 0,1-7 1 0 0,2-5 145 0 0,-1 9-133 0 0,-1 8 22 0 0,1 14 112 0 0,-3-13-172 0 0,0 0 258 0 0,2-4-154 0 0,-2 1-126 0 0,0-1 0 0 0,0 1 0 0 0,0 0-1 0 0,0 0 1 0 0,1 0 0 0 0,-1 0 0 0 0,0 0-1 0 0,0 0 1 0 0,0 0 0 0 0,0-1-1 0 0,0 1 1 0 0,0 0 0 0 0,1 0 0 0 0,-1 0-1 0 0,0 0 1 0 0,0 0 0 0 0,0 0 0 0 0,0 0-1 0 0,1 0 1 0 0,-1 0 0 0 0,0 0-1 0 0,0 0 1 0 0,0 0 0 0 0,0 0 0 0 0,1 0-1 0 0,-1 0 1 0 0,0 0 0 0 0,0 0 0 0 0,0 0-1 0 0,0 0 1 0 0,1 0 0 0 0,-1 0 0 0 0,0 0-1 0 0,0 0 1 0 0,0 0 0 0 0,0 0-1 0 0,0 0 1 0 0,1 0 0 0 0,-1 1 0 0 0,0-1-1 0 0,0 0 1 0 0,0 0 0 0 0,0 0 0 0 0,0 0-1 0 0,0 0 1 0 0,1 0 0 0 0,-1 1-1 0 0,0-1 1 0 0,0 0 0 0 0,0 13 44 0 0,1 0 1 0 0,-4 20-1 0 0,0 6 20 0 0,1-9 31 0 0,-2 0 0 0 0,-10 40 0 0 0,14-68-100 0 0,-8 56 179 0 0,8-54-166 0 0,0-1 0 0 0,0 0 0 0 0,0 0 1 0 0,0 0-1 0 0,1 0 0 0 0,-1 0 1 0 0,1 0-1 0 0,1 4 0 0 0,-1-5 16 0 0,5 4 98 0 0,-6-5-130 0 0,0-1 1 0 0,0 1-1 0 0,0-1 1 0 0,1 0-1 0 0,-1 1 0 0 0,0-1 1 0 0,0 0-1 0 0,0 1 0 0 0,1-1 1 0 0,-1 1-1 0 0,0-1 1 0 0,0 0-1 0 0,1 0 0 0 0,-1 1 1 0 0,0-1-1 0 0,1 0 1 0 0,-1 1-1 0 0,1-1 0 0 0,-1 0 1 0 0,0 0-1 0 0,1 0 1 0 0,-1 0-1 0 0,0 1 0 0 0,1-1 1 0 0,-1 0-1 0 0,1 0 1 0 0,-1 0-1 0 0,1 0 0 0 0,-1 0 1 0 0,0 0-1 0 0,1 0 0 0 0,0 0 1 0 0,7-6 21 0 0,0 0-1 0 0,0 0 1 0 0,0-1 0 0 0,-1 0-1 0 0,0 0 1 0 0,10-15 0 0 0,9-9 25 0 0,-15 17-24 0 0,-1-1 0 0 0,0-1 1 0 0,-2 1-1 0 0,14-31 0 0 0,-13 25-9 0 0,7-16 28 0 0,-11 23 9 0 0,1 0 1 0 0,12-21-1 0 0,3 12 65 0 0,-20 21-48 0 0,2 2-18 0 0,-3-1-52 0 0,0 1 0 0 0,0 0 0 0 0,0 0 0 0 0,1 0 0 0 0,-1 0 0 0 0,0 0 0 0 0,0 0 0 0 0,0 0 0 0 0,0-1 1 0 0,1 1-1 0 0,-1 0 0 0 0,0 0 0 0 0,0 0 0 0 0,0 0 0 0 0,1 0 0 0 0,-1 0 0 0 0,0 0 0 0 0,0 0 0 0 0,0 0 0 0 0,1 0 0 0 0,-1 0 1 0 0,0 0-1 0 0,0 0 0 0 0,0 0 0 0 0,1 0 0 0 0,-1 0 0 0 0,0 0 0 0 0,0 0 0 0 0,0 0 0 0 0,1 1 0 0 0,-1-1 0 0 0,0 0 1 0 0,0 0-1 0 0,0 0 0 0 0,0 0 0 0 0,1 0 0 0 0,2 6 14 0 0,0 0 0 0 0,-1 0-1 0 0,1 1 1 0 0,-1-1 0 0 0,0 0 0 0 0,-1 1 0 0 0,1-1 0 0 0,-1 1 0 0 0,0 9-1 0 0,-1 10 25 0 0,-3 30-1 0 0,0-9 4 0 0,-8 75 104 0 0,-1-2-16 0 0,10-96-98 0 0,1-17-18 0 0,1 0 0 0 0,-1 0 1 0 0,1 1-1 0 0,1-1 0 0 0,1 9 0 0 0,2 20 60 0 0,-4-35-73 0 0,0-1-1 0 0,1 0 1 0 0,-1 1 0 0 0,0-1-1 0 0,0 1 1 0 0,1-1 0 0 0,-1 1-1 0 0,0-1 1 0 0,1 0 0 0 0,-1 1-1 0 0,0-1 1 0 0,1 0 0 0 0,-1 1-1 0 0,1-1 1 0 0,-1 0 0 0 0,1 0-1 0 0,-1 1 1 0 0,0-1 0 0 0,2 0-1 0 0,-2 0 1 0 0,0 0-1 0 0,1 0 0 0 0,-1 0 1 0 0,0 1-1 0 0,0-1 0 0 0,1 0 0 0 0,-1 0 1 0 0,0 0-1 0 0,0 0 0 0 0,0 0 1 0 0,1 0-1 0 0,-1 1 0 0 0,0-1 1 0 0,0 0-1 0 0,0 0 0 0 0,1 0 0 0 0,-1 0 1 0 0,0 1-1 0 0,0-1 0 0 0,0 0 1 0 0,0 0-1 0 0,0 1 0 0 0,1-1 0 0 0,-1 0 1 0 0,0 0-1 0 0,0 1 0 0 0,0-1 1 0 0,0 1 17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0:55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31 9848 0 0,'-23'66'707'0'0,"13"-20"-422"0"0,9-36-187 0 0,1 1 0 0 0,0-1 0 0 0,1 1 0 0 0,0-1 0 0 0,3 12 0 0 0,-2-9 90 0 0,0-4-90 0 0,1 0-1 0 0,0-1 1 0 0,0 1 0 0 0,1-1 0 0 0,0 0 0 0 0,0 0 0 0 0,7 9 0 0 0,-9-13-68 0 0,0-1-3 0 0,0 0-1 0 0,0-1 1 0 0,0 1-1 0 0,0-1 1 0 0,0 1-1 0 0,0-1 1 0 0,1 0-1 0 0,-1 0 1 0 0,1 0-1 0 0,0 0 1 0 0,-1 0 0 0 0,1-1-1 0 0,0 1 1 0 0,0-1-1 0 0,0 0 1 0 0,0 0-1 0 0,0 0 1 0 0,4 0-1 0 0,-3 0 11 0 0,0-1 0 0 0,1 0-1 0 0,-1 0 1 0 0,0 0-1 0 0,1 0 1 0 0,-1-1-1 0 0,0 0 1 0 0,0 0 0 0 0,1 0-1 0 0,-1 0 1 0 0,0-1-1 0 0,7-3 1 0 0,1-2 15 0 0,-1 0 1 0 0,0-1-1 0 0,0 0 0 0 0,-1-1 0 0 0,0-1 1 0 0,14-16-1 0 0,-3 1 66 0 0,26-45-1 0 0,-42 62-86 0 0,-1 0 0 0 0,0-1 0 0 0,0 0 0 0 0,-1 0 0 0 0,0 0 0 0 0,2-15 0 0 0,-4 19 3 0 0,0 1 1 0 0,0-1-1 0 0,-1 1 0 0 0,0-1 1 0 0,0 0-1 0 0,0 1 0 0 0,-1-1 0 0 0,0 1 1 0 0,0-1-1 0 0,0 1 0 0 0,0-1 0 0 0,0 1 1 0 0,-1 0-1 0 0,0-1 0 0 0,-2-3 1 0 0,3 7-12 0 0,-1 0 0 0 0,1 0 1 0 0,0 0-1 0 0,-1 0 1 0 0,1 0-1 0 0,0 0 1 0 0,-1 0-1 0 0,1 0 1 0 0,-1 1-1 0 0,1-1 1 0 0,-1 1-1 0 0,1-1 1 0 0,-1 1-1 0 0,-2-1 1 0 0,4 1-11 0 0,-2 0 94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0:56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 11256 0 0,'-10'21'235'0'0,"2"-3"123"0"0,-2 9 69 0 0,2 4-260 0 0,-7 48 186 0 0,4-7 195 0 0,-2 24 137 0 0,7-34-455 0 0,-3 36 99 0 0,9-79-241 0 0,0 108 633 0 0,2-84-576 0 0,-2-26-76 0 0,1 0 0 0 0,0-1 0 0 0,5 18 0 0 0,-1-6 13 0 0,-5-23-58 0 0,1-1-1 0 0,0 1 1 0 0,-1 0 0 0 0,2-1-1 0 0,-1 1 1 0 0,0-1 0 0 0,1 1-1 0 0,0-1 1 0 0,0 0 0 0 0,0 1-1 0 0,1-1 1 0 0,5 7 0 0 0,-4-10 32 0 0,7-3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0:56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0 10656 0 0,'-6'10'56'0'0,"-10"16"158"0"0,12-20-125 0 0,1 1-1 0 0,0-1 1 0 0,0 1-1 0 0,-3 12 1 0 0,-54 270 1278 0 0,53-213-789 0 0,4-21-340 0 0,-4 98 241 0 0,7-97-286 0 0,1-26-44 0 0,1-1 0 0 0,6 32 1 0 0,-4-41-70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0:56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10544 0 0,'0'0'0'0'0,"32"-7"88"0"0,-14 6 16 0 0,1-5-16 0 0,9-3 8 0 0,-2-1-40 0 0,-1 4 8 0 0,1-1 0 0 0,4-1 0 0 0,-3 1 96 0 0,-1 4 8 0 0,0 6-8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0:57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86 197 7936 0 0,'0'0'718'0'0,"3"3"-611"0"0,8 12-12 0 0,-5-10 2 0 0,2-4-13 0 0,-1 0-1 0 0,1-1 1 0 0,0 0-1 0 0,-1 0 1 0 0,1 0-1 0 0,0-1 0 0 0,-1 0 1 0 0,1-1-1 0 0,-1 0 1 0 0,0 0-1 0 0,1 0 1 0 0,-1-1-1 0 0,13-7 1 0 0,-14 7-35 0 0,0-1 1 0 0,-1 1-1 0 0,1-1 0 0 0,-1 0 1 0 0,0 0-1 0 0,0-1 0 0 0,0 1 1 0 0,-1-1-1 0 0,0 0 0 0 0,0 0 1 0 0,0-1-1 0 0,0 1 1 0 0,-1-1-1 0 0,0 0 0 0 0,0 0 1 0 0,-1 0-1 0 0,3-7 0 0 0,-5 9-26 0 0,1 1-1 0 0,-1-1 0 0 0,1 0 0 0 0,-1 1 0 0 0,0-1 0 0 0,0 0 1 0 0,-1 0-1 0 0,1 1 0 0 0,-1-1 0 0 0,0 1 0 0 0,0-1 1 0 0,0 0-1 0 0,0 1 0 0 0,-1 0 0 0 0,1-1 0 0 0,-1 1 1 0 0,0 0-1 0 0,0 0 0 0 0,0 0 0 0 0,-1 0 0 0 0,1 0 1 0 0,-1 0-1 0 0,1 1 0 0 0,-1-1 0 0 0,0 1 0 0 0,0 0 0 0 0,0 0 1 0 0,0 0-1 0 0,0 0 0 0 0,-1 0 0 0 0,1 1 0 0 0,0-1 1 0 0,-1 1-1 0 0,1 0 0 0 0,-1 0 0 0 0,0 0 0 0 0,1 1 1 0 0,-1-1-1 0 0,0 1 0 0 0,1 0 0 0 0,-7 0 0 0 0,5 1-1 0 0,-1 0 0 0 0,1 0 0 0 0,-1 0 0 0 0,1 0 0 0 0,0 1 0 0 0,0 0 0 0 0,0 0 0 0 0,0 1-1 0 0,0-1 1 0 0,0 1 0 0 0,0 0 0 0 0,1 0 0 0 0,-6 5 0 0 0,0 2 33 0 0,1 1 0 0 0,0 0 0 0 0,1 0 0 0 0,-8 13 0 0 0,3-2 27 0 0,0 0-1 0 0,-14 37 1 0 0,22-45-27 0 0,0 0 0 0 0,1 0 0 0 0,0 1 0 0 0,2 0 1 0 0,-3 25-1 0 0,3-5 8 0 0,0-24-32 0 0,1 1 1 0 0,1-1-1 0 0,0 0 0 0 0,1 1 1 0 0,0-1-1 0 0,2 12 0 0 0,-1-15 48 0 0,1-1 0 0 0,-1 1 0 0 0,1-1-1 0 0,0 0 1 0 0,7 11 0 0 0,-9-16-55 0 0,1 1 0 0 0,0-1-1 0 0,0 0 1 0 0,0 1 0 0 0,0-1 0 0 0,1 0 0 0 0,-1 0-1 0 0,0-1 1 0 0,1 1 0 0 0,0 0 0 0 0,-1-1 0 0 0,1 1 0 0 0,0-1-1 0 0,-1 0 1 0 0,1 0 0 0 0,0 0 0 0 0,4 0 0 0 0,-4-1-4 0 0,0 1 0 0 0,-1-1 0 0 0,1 0 1 0 0,-1-1-1 0 0,1 1 0 0 0,0 0 1 0 0,-1-1-1 0 0,1 0 0 0 0,-1 1 0 0 0,1-1 1 0 0,3-2-1 0 0,29-18 298 0 0,-19 10-112 0 0,-10 7-169 0 0,0 0 0 0 0,-1 0 1 0 0,0-1-1 0 0,0 0 0 0 0,0 0 0 0 0,0-1 1 0 0,-1 1-1 0 0,0-1 0 0 0,0 0 0 0 0,3-6 1 0 0,4-12 104 0 0,13-34 0 0 0,-10 20 79 0 0,25-56 284 0 0,-37 90-477 0 0,0 1 0 0 0,0-1 0 0 0,0 0 1 0 0,0 1-1 0 0,1-1 0 0 0,-1 1 0 0 0,1 0 0 0 0,0 0 0 0 0,0 0 0 0 0,0 0 0 0 0,0 0 0 0 0,1 0 0 0 0,-1 1 0 0 0,1 0 1 0 0,-1 0-1 0 0,5-2 0 0 0,-2 2 5 0 0,-1 0 1 0 0,1 1-1 0 0,-1 0 0 0 0,1 0 1 0 0,-1 0-1 0 0,1 0 1 0 0,0 1-1 0 0,-1 0 0 0 0,1 0 1 0 0,0 1-1 0 0,8 1 0 0 0,102 25 529 0 0,-51-11-346 0 0,-44-12-75 0 0,0-1-1 0 0,42 1 0 0 0,-34-4-5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0:57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1 8536 0 0,'0'0'1398'0'0,"-4"3"-987"0"0,-6 7-324 0 0,-5 3 211 0 0,1 0 1 0 0,1 1-1 0 0,0 0 1 0 0,1 1-1 0 0,0 1 0 0 0,-10 19 1 0 0,5-3-110 0 0,9-19-109 0 0,1 0 0 0 0,1 0 0 0 0,0 1 0 0 0,-4 15 0 0 0,3-5 54 0 0,5-16-60 0 0,-1-1-1 0 0,1 1 0 0 0,1 0 0 0 0,-1 0 1 0 0,1-1-1 0 0,1 1 0 0 0,0 13 0 0 0,0-18-51 0 0,0 1 19 0 0,1 0 0 0 0,-1 0 1 0 0,1 0-1 0 0,0 0 0 0 0,1 1 1 0 0,1 4-1 0 0,-2-8-34 0 0,-1 0 0 0 0,1 0 0 0 0,0 0 0 0 0,-1-1 0 0 0,1 1 0 0 0,0 0 0 0 0,0 0 0 0 0,0 0 0 0 0,0-1 0 0 0,-1 1 0 0 0,1-1 0 0 0,0 1 0 0 0,0 0 0 0 0,0-1 0 0 0,0 0 0 0 0,1 1 0 0 0,-1-1 0 0 0,0 0 0 0 0,0 1 0 0 0,0-1 0 0 0,0 0 0 0 0,0 0 0 0 0,0 0 0 0 0,0 0 0 0 0,1 0 0 0 0,-1 0 1 0 0,0 0-1 0 0,0 0 0 0 0,1-1 0 0 0,2 0 4 0 0,0 0 1 0 0,-1 0 0 0 0,1-1-1 0 0,-1 1 1 0 0,1-1 0 0 0,-1 0-1 0 0,1 0 1 0 0,-1 0 0 0 0,0 0-1 0 0,0 0 1 0 0,0-1 0 0 0,3-3-1 0 0,4-6 26 0 0,16-21-1 0 0,-16 19-11 0 0,94-128 118 0 0,-95 129-126 0 0,-1-1 0 0 0,-1 0 1 0 0,10-23-1 0 0,0-2 35 0 0,-16 37-39 0 0,3-3 35 0 0,-3 4-17 0 0,4 2-28 0 0,-4 3 14 0 0,-3 46 24 0 0,-1 19-11 0 0,3-23-8 0 0,-1-32-14 0 0,1 0 0 0 0,0 0 0 0 0,4 18 0 0 0,6 16 11 0 0,-3-31-4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0:58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79 8936 0 0,'-3'12'107'0'0,"0"0"0"0"0,1 1 1 0 0,1 0-1 0 0,0-1 0 0 0,1 18 1 0 0,1-23-47 0 0,0 1 1 0 0,0-1 0 0 0,0 0-1 0 0,1 1 1 0 0,0-1-1 0 0,0 0 1 0 0,1 0-1 0 0,0 0 1 0 0,0 0-1 0 0,6 7 1 0 0,-8-12-27 0 0,1 0 1 0 0,0 0-1 0 0,-1-1 1 0 0,1 1-1 0 0,0 0 0 0 0,0-1 1 0 0,0 0-1 0 0,0 1 0 0 0,0-1 1 0 0,0 0-1 0 0,0 0 1 0 0,1 0-1 0 0,-1 0 0 0 0,0-1 1 0 0,1 1-1 0 0,-1-1 1 0 0,0 1-1 0 0,1-1 0 0 0,-1 0 1 0 0,1 0-1 0 0,-1 0 0 0 0,0 0 1 0 0,1 0-1 0 0,-1 0 1 0 0,1-1-1 0 0,2 0 0 0 0,4-1 23 0 0,0-1-1 0 0,0 0 1 0 0,0-1-1 0 0,-1 0 1 0 0,11-6-1 0 0,-4 1 59 0 0,1-2 0 0 0,-2 0 1 0 0,0 0-1 0 0,0-1 0 0 0,20-24 0 0 0,-16 14 60 0 0,-2 0 0 0 0,-1 0 0 0 0,15-29 0 0 0,-29 48-138 0 0,1-1 0 0 0,-1 1 0 0 0,0-1 0 0 0,0 1-1 0 0,-1-1 1 0 0,1 1 0 0 0,0-5 0 0 0,0-2 85 0 0,-1 9-51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0:58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1 8536 0 0,'-3'4'16'0'0,"1"0"72"0"0,-1-1-1 0 0,1 1 1 0 0,0 0 0 0 0,-2 7-1 0 0,3-11-67 0 0,1 1 0 0 0,0 0-1 0 0,0 0 1 0 0,0 0 0 0 0,-1-1 0 0 0,1 1-1 0 0,0 0 1 0 0,0 0 0 0 0,0 0 0 0 0,0 0-1 0 0,0 0 1 0 0,1-1 0 0 0,-1 1 0 0 0,0 0-1 0 0,0 0 1 0 0,1 0 0 0 0,-1 0 0 0 0,0-1-1 0 0,1 1 1 0 0,-1 0 0 0 0,0 0 0 0 0,1-1-1 0 0,-1 1 1 0 0,1 0 0 0 0,0-1 0 0 0,-1 1-1 0 0,1-1 1 0 0,-1 1 0 0 0,1 0 0 0 0,1 0-1 0 0,7 3 87 0 0,1 0-1 0 0,0 0 0 0 0,-1-1 1 0 0,1 0-1 0 0,0-1 0 0 0,11 2 1 0 0,-14-3-78 0 0,-5-1-19 0 0,0 0-1 0 0,0 1 1 0 0,0-1 0 0 0,0 1 0 0 0,0 0 0 0 0,0-1 0 0 0,0 1-1 0 0,0 0 1 0 0,-1 0 0 0 0,1 0 0 0 0,0 0 0 0 0,0 1 0 0 0,-1-1 0 0 0,1 0-1 0 0,-1 1 1 0 0,1-1 0 0 0,-1 1 0 0 0,0 0 0 0 0,0-1 0 0 0,1 1-1 0 0,-1 0 1 0 0,1 2 0 0 0,-1-1-5 0 0,-1 0 1 0 0,1 1-1 0 0,0-1 0 0 0,-1 0 0 0 0,0 0 0 0 0,0 1 1 0 0,0-1-1 0 0,0 0 0 0 0,0 1 0 0 0,-1-1 1 0 0,0 0-1 0 0,1 0 0 0 0,-3 5 0 0 0,-5 13 1 0 0,-1 0-1 0 0,-1-1 1 0 0,-1 0-1 0 0,-26 36 1 0 0,28-45-5 0 0,0 0 1 0 0,0-1-1 0 0,-1 0 0 0 0,-1-1 1 0 0,0 0-1 0 0,0 0 0 0 0,-14 7 1 0 0,21-13-1 0 0,3-3 0 0 0,0 1 0 0 0,0-1 0 0 0,0 0 0 0 0,0 1 0 0 0,0-1 0 0 0,0 0 0 0 0,-1 1 0 0 0,1-1 0 0 0,0 0 0 0 0,0 0 0 0 0,0 0 0 0 0,0 0 0 0 0,0 0 0 0 0,-1-1 0 0 0,0 1 0 0 0,-2 0 0 0 0,-5-1 0 0 0,8 0 0 0 0,1 1 0 0 0,0 0 0 0 0,0 0 0 0 0,0 0 0 0 0,0-1 0 0 0,0 1 0 0 0,-1 0 0 0 0,1 0 0 0 0,0-1 0 0 0,0 1 0 0 0,0 0 0 0 0,0 0 0 0 0,0-1 0 0 0,0 1 0 0 0,0 0 0 0 0,0 0 0 0 0,0-1 0 0 0,0 1 0 0 0,0 0 0 0 0,0 0 0 0 0,0-1 0 0 0,0 1 0 0 0,0 0 0 0 0,0 0 0 0 0,1-1 0 0 0,-1 1 0 0 0,0 0 0 0 0,0 0 0 0 0,0 0 0 0 0,0-1 0 0 0,8-10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0:59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0 4512 0 0,'0'0'249'0'0,"-4"0"-121"0"0,-31 0 719 0 0,33 1-717 0 0,0 0 0 0 0,1 0 0 0 0,-1 1 0 0 0,1-1 0 0 0,-1 0 0 0 0,1 1 0 0 0,-1-1 0 0 0,1 1 0 0 0,0-1 0 0 0,-1 1 0 0 0,1 0 0 0 0,-1 2 0 0 0,-3 3 253 0 0,3-4-129 0 0,0 1 0 0 0,0 0 0 0 0,1-1 0 0 0,-1 1 0 0 0,1 0 0 0 0,0 0 0 0 0,-1 4 0 0 0,2-6-158 0 0,0-2-91 0 0,0 0 1 0 0,0 0-1 0 0,0 0 0 0 0,0 1 1 0 0,0-1-1 0 0,0 0 0 0 0,0 0 1 0 0,-1 0-1 0 0,1 0 0 0 0,0 0 1 0 0,0 0-1 0 0,0 0 1 0 0,0 1-1 0 0,0-1 0 0 0,0 0 1 0 0,0 0-1 0 0,0 0 0 0 0,0 0 1 0 0,0 0-1 0 0,0 0 0 0 0,0 1 1 0 0,0-1-1 0 0,0 0 0 0 0,0 0 1 0 0,0 0-1 0 0,0 0 0 0 0,0 0 1 0 0,0 0-1 0 0,0 1 0 0 0,0-1 1 0 0,0 0-1 0 0,0 0 0 0 0,0 0 1 0 0,0 0-1 0 0,0 0 0 0 0,1 0 1 0 0,-1 0-1 0 0,0 1 0 0 0,0-1 1 0 0,0 0-1 0 0,0 0 1 0 0,0 0-1 0 0,0 0 0 0 0,0 0 1 0 0,0 0-1 0 0,1 0 0 0 0,-1 0 1 0 0,0 0-1 0 0,6 9 216 0 0,-5-8-195 0 0,1 1 214 0 0,6 9 186 0 0,-8-6-305 0 0,0-3 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1:00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1 7024 0 0,'0'0'1805'0'0,"-3"3"-1497"0"0,-12 10 40 0 0,11-10-7 0 0,-3 42 783 0 0,8-35-913 0 0,0 0-1 0 0,0 0 1 0 0,1 0-1 0 0,5 16 1 0 0,-5-22-172 0 0,-1-1 3 0 0,0 0-1 0 0,0-1 1 0 0,0 1-1 0 0,1-1 1 0 0,-1 0-1 0 0,1 1 1 0 0,0-1-1 0 0,-1 0 1 0 0,1 0-1 0 0,3 3 1 0 0,26 18 291 0 0,-28-21-301 0 0,3 1-3 0 0,-1 1 0 0 0,0 0 0 0 0,0 0 0 0 0,0 0 0 0 0,-1 0 0 0 0,1 1 1 0 0,-1 0-1 0 0,0 0 0 0 0,0 0 0 0 0,-1 0 0 0 0,0 1 0 0 0,1-1 0 0 0,-2 1 0 0 0,1 0 1 0 0,-1 0-1 0 0,0 0 0 0 0,0 0 0 0 0,0 0 0 0 0,0 8 0 0 0,-1-6-9 0 0,-1 0-1 0 0,0 0 1 0 0,0 0 0 0 0,-1 0-1 0 0,0 0 1 0 0,0 0 0 0 0,-1 0-1 0 0,0 0 1 0 0,0-1-1 0 0,-1 1 1 0 0,0-1 0 0 0,0 1-1 0 0,-7 9 1 0 0,5-12 10 0 0,0 0 0 0 0,-1-1 0 0 0,1 0 0 0 0,-1 0 0 0 0,-12 6 0 0 0,12-6-9 0 0,-1-1 12 0 0,0 0-1 0 0,-1-1 1 0 0,1 0-1 0 0,-1 0 1 0 0,-9 1-1 0 0,17-3-31 0 0,-2 0 9 0 0,0 0 1 0 0,0 0-1 0 0,0 0 0 0 0,0-1 0 0 0,-1 1 0 0 0,1-1 0 0 0,0 1 1 0 0,0-1-1 0 0,-3-1 0 0 0,5 2-5 0 0,-2-1 50 0 0,1 0-30 0 0,-3-7 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1:00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0 8744 0 0,'-5'1'186'0'0,"-9"4"-37"0"0,0-1 1 0 0,1 2-1 0 0,-1 0 0 0 0,1 1 0 0 0,0 0 0 0 0,-14 11 0 0 0,16-10 48 0 0,1 0 0 0 0,0 0 1 0 0,1 1-1 0 0,0 0 0 0 0,0 1 0 0 0,1 0 0 0 0,-12 19 1 0 0,18-26-165 0 0,0 1 1 0 0,1 0 0 0 0,-1 0 0 0 0,1 0-1 0 0,0 0 1 0 0,0 0 0 0 0,0 0 0 0 0,1 0-1 0 0,-1 6 1 0 0,1 1 161 0 0,1 0-1 0 0,3 15 1 0 0,-3-23-154 0 0,-1 0 1 0 0,1 0-1 0 0,0 0 0 0 0,0 0 1 0 0,0 0-1 0 0,1 0 0 0 0,-1 0 1 0 0,1 0-1 0 0,0 0 0 0 0,-1-1 1 0 0,1 1-1 0 0,1-1 0 0 0,-1 1 1 0 0,0-1-1 0 0,0 0 0 0 0,1 0 1 0 0,4 3-1 0 0,-4-2-17 0 0,1-2 0 0 0,0 1 0 0 0,0 0 0 0 0,0-1 0 0 0,0 0 0 0 0,0 1 0 0 0,0-2 0 0 0,0 1 0 0 0,0 0 0 0 0,1-1 0 0 0,-1 0 0 0 0,8 0 0 0 0,6-3 18 0 0,0-1 0 0 0,0-1 0 0 0,-1 0 0 0 0,1-1-1 0 0,-1-1 1 0 0,19-11 0 0 0,-5 1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1:00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 8936 0 0,'-1'2'11'0'0,"-16"29"368"0"0,12-21-164 0 0,0 1 0 0 0,-5 18 1 0 0,-40 139 518 0 0,35-122-186 0 0,7-16-117 0 0,-4 37 0 0 0,2-10-218 0 0,4-27-3 0 0,3 1 0 0 0,-1 35 1 0 0,4-54-104 0 0,0 0 0 0 0,1 0 0 0 0,1 1 0 0 0,5 22 1 0 0,-6-34-100 0 0,-1 0 1 0 0,0 1-1 0 0,1-1 1 0 0,-1 0 0 0 0,0 0-1 0 0,1 0 1 0 0,-1 0-1 0 0,1 0 1 0 0,0 0-1 0 0,-1 0 1 0 0,1 0 0 0 0,0 0-1 0 0,0-1 1 0 0,-1 1-1 0 0,1 0 1 0 0,0 0 0 0 0,0-1-1 0 0,0 1 1 0 0,0 0-1 0 0,0-1 1 0 0,0 1-1 0 0,0-1 1 0 0,0 1 0 0 0,0-1-1 0 0,0 0 1 0 0,1 1-1 0 0,-1-1 1 0 0,0 0 0 0 0,0 0-1 0 0,0 0 1 0 0,0 0-1 0 0,0 0 1 0 0,1 0 0 0 0,-1 0-1 0 0,0 0 1 0 0,0 0-1 0 0,0 0 1 0 0,2-1-1 0 0,1-1 14 0 0,0 1 0 0 0,0-1 0 0 0,0 0-1 0 0,0-1 1 0 0,0 1 0 0 0,0 0 0 0 0,-1-1-1 0 0,6-5 1 0 0,38-45 130 0 0,-3 4-40 0 0,-3 5 43 0 0,-39 42-134 0 0,-2 2-17 0 0,1 0-1 0 0,0 0 1 0 0,-1 0-1 0 0,1 0 1 0 0,0 1 0 0 0,-1-1-1 0 0,1 0 1 0 0,-1 0-1 0 0,1 0 1 0 0,0 1-1 0 0,-1-1 1 0 0,1 0 0 0 0,-1 1-1 0 0,1-1 1 0 0,-1 1-1 0 0,1-1 1 0 0,-1 0-1 0 0,1 1 1 0 0,-1-1-1 0 0,0 1 1 0 0,1-1 0 0 0,-1 1-1 0 0,1 0 1 0 0,-1-1-1 0 0,0 1 1 0 0,0-1-1 0 0,1 1 1 0 0,-1 0-1 0 0,0-1 1 0 0,0 1 0 0 0,0-1-1 0 0,0 1 1 0 0,0 0-1 0 0,0-1 1 0 0,0 1-1 0 0,0 1 1 0 0,-3 29 9 0 0,2-22-2 0 0,-1 15 1 0 0,1-1 0 0 0,2 25 1 0 0,0-4 0 0 0,-1-39-11 0 0,0 0 1 0 0,0-1-1 0 0,1 1 1 0 0,-1-1-1 0 0,1 1 1 0 0,0 0-1 0 0,0-1 1 0 0,0 0-1 0 0,1 1 1 0 0,0-1-1 0 0,-1 0 1 0 0,2 0-1 0 0,-1 0 1 0 0,0 0-1 0 0,6 6 1 0 0,2-4 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1:01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1 9144 0 0,'-22'53'265'0'0,"18"-38"-161"0"0,0 0 0 0 0,0 0-1 0 0,-1 24 1 0 0,-1 6 47 0 0,3-26 85 0 0,-1 27-1 0 0,4-43-188 0 0,0 0 0 0 0,1 1-1 0 0,0-1 1 0 0,-1 0 0 0 0,1 1-1 0 0,0-1 1 0 0,1 0 0 0 0,-1 0-1 0 0,4 5 1 0 0,-5-7-38 0 0,1-1 0 0 0,-1 1 0 0 0,1-1 0 0 0,-1 1 0 0 0,1-1 0 0 0,-1 0 0 0 0,1 1 0 0 0,-1-1 0 0 0,1 0 0 0 0,0 1 0 0 0,-1-1 0 0 0,1 0 0 0 0,-1 0 0 0 0,1 1 0 0 0,0-1 0 0 0,-1 0 0 0 0,1 0 1 0 0,0 0-1 0 0,-1 0 0 0 0,1 0 0 0 0,0 0 0 0 0,-1 0 0 0 0,1 0 0 0 0,0 0 0 0 0,-1 0 0 0 0,1-1 0 0 0,0 1 0 0 0,-1 0 0 0 0,1 0 0 0 0,0-1 0 0 0,-1 1 0 0 0,2-1 0 0 0,17-11 213 0 0,37-37 108 0 0,-43 35-252 0 0,2 1 0 0 0,0 0 0 0 0,1 1 0 0 0,29-17 0 0 0,-45 29-71 0 0,1-1 1 0 0,-1 1-1 0 0,1 0 1 0 0,-1 0-1 0 0,1 0 1 0 0,0-1-1 0 0,-1 1 1 0 0,1 0-1 0 0,-1 0 1 0 0,1 0-1 0 0,-1 0 1 0 0,1 0-1 0 0,0 0 1 0 0,-1 0-1 0 0,1 0 1 0 0,-1 0-1 0 0,1 0 1 0 0,-1 0-1 0 0,1 1 1 0 0,-1-1-1 0 0,1 0 1 0 0,0 0-1 0 0,-1 0 1 0 0,1 1-1 0 0,0 0 1 0 0,0 0 4 0 0,0 0 1 0 0,0 0-1 0 0,0 0 0 0 0,-1 0 1 0 0,1 0-1 0 0,0 0 1 0 0,0 0-1 0 0,-1 1 1 0 0,1-1-1 0 0,0 3 1 0 0,1 4 36 0 0,0 1-1 0 0,1 17 1 0 0,-2-17-26 0 0,8 56 105 0 0,-7-49-86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1:01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1 201 9240 0 0,'0'0'280'0'0,"2"-1"-136"0"0,27-20 134 0 0,-16 13-118 0 0,0-2 1 0 0,-1 0-1 0 0,17-16 1 0 0,-25 22-82 0 0,0-1 0 0 0,0 1-1 0 0,0-1 1 0 0,0 0 0 0 0,-1-1 0 0 0,0 1 0 0 0,0 0 0 0 0,-1-1 0 0 0,1 0 0 0 0,-1 1 0 0 0,-1-1 0 0 0,1 0 0 0 0,-1 0 0 0 0,1-8 0 0 0,-2 13-51 0 0,0 0 0 0 0,0 0 1 0 0,0 0-1 0 0,0 0 1 0 0,0 0-1 0 0,0 0 1 0 0,0 0-1 0 0,-1 0 0 0 0,1 0 1 0 0,0-1-1 0 0,-1 2 1 0 0,1-1-1 0 0,-1 0 1 0 0,1 0-1 0 0,-1 0 0 0 0,0-1 1 0 0,0 1-16 0 0,0 1 1 0 0,1-1-1 0 0,-1 1 1 0 0,1 0-1 0 0,-1-1 1 0 0,0 1-1 0 0,1 0 1 0 0,-1-1-1 0 0,0 1 1 0 0,1 0 0 0 0,-1 0-1 0 0,0 0 1 0 0,0 0-1 0 0,1 0 1 0 0,-1 0-1 0 0,0 0 1 0 0,1 0-1 0 0,-2 0 1 0 0,-1 1 4 0 0,0-1 0 0 0,0 1 0 0 0,0 0 1 0 0,0 1-1 0 0,0-1 0 0 0,1 0 0 0 0,-1 1 1 0 0,0 0-1 0 0,-2 2 0 0 0,2-1 1 0 0,-1 1 0 0 0,1-1 0 0 0,0 1-1 0 0,1 0 1 0 0,-1 0 0 0 0,1 0 0 0 0,-1 0 0 0 0,1 1 0 0 0,0-1-1 0 0,-2 9 1 0 0,-5 10 98 0 0,6-15-81 0 0,0 0-1 0 0,1 1 1 0 0,-1-1-1 0 0,2 1 1 0 0,-1-1 0 0 0,1 1-1 0 0,0 9 1 0 0,5 62 233 0 0,-3-58-133 0 0,0-19-112 0 0,-1 0 1 0 0,1 0-1 0 0,0 0 1 0 0,0 0 0 0 0,0 0-1 0 0,0 0 1 0 0,0 0 0 0 0,1 0-1 0 0,-1-1 1 0 0,4 6-1 0 0,-4-7-11 0 0,0 0-1 0 0,0 0 1 0 0,0 1-1 0 0,0-1 1 0 0,0 0-1 0 0,1 0 1 0 0,-1 0-1 0 0,0 0 1 0 0,0 0-1 0 0,1-1 0 0 0,-1 1 1 0 0,1 0-1 0 0,-1-1 1 0 0,0 1-1 0 0,1 0 1 0 0,-1-1-1 0 0,1 0 1 0 0,0 1-1 0 0,-1-1 1 0 0,1 0-1 0 0,-1 0 0 0 0,4 0 1 0 0,-2-1 23 0 0,1 0 1 0 0,0 0-1 0 0,-1 0 1 0 0,1-1-1 0 0,-1 0 1 0 0,1 0-1 0 0,-1 0 1 0 0,0 0-1 0 0,0 0 0 0 0,0 0 1 0 0,0-1-1 0 0,0 0 1 0 0,4-4-1 0 0,3-6 28 0 0,-1 0-1 0 0,8-15 1 0 0,6-7 67 0 0,13-11 106 0 0,27-37 121 0 0,-5-2 178 0 0,-57 83-319 0 0,1 17-99 0 0,-1-14-113 0 0,-1 1 1 0 0,1 0-1 0 0,-1 0 0 0 0,0 0 1 0 0,0 0-1 0 0,0 0 1 0 0,0 0-1 0 0,0 3 0 0 0,-5 26 50 0 0,2 0 0 0 0,1 0-1 0 0,2 1 1 0 0,1-1 0 0 0,8 53-1 0 0,-5-69-30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1:01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10040 0 0,'0'0'568'0'0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1:02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29 666 8640 0 0,'-2'4'26'0'0,"-11"28"286"0"0,10-25-225 0 0,1 0-1 0 0,0 0 1 0 0,1-1 0 0 0,-1 1 0 0 0,0 11-1 0 0,1 3 18 0 0,1-11-27 0 0,-1 0-1 0 0,1 0 0 0 0,1 1 0 0 0,3 19 1 0 0,0-7 235 0 0,-4-19-239 0 0,0-1-1 0 0,0 1 1 0 0,1-1-1 0 0,-1 1 1 0 0,1-1 0 0 0,0 0-1 0 0,0 1 1 0 0,0-1 0 0 0,1 0-1 0 0,-1 0 1 0 0,1 0 0 0 0,0 0-1 0 0,4 5 1 0 0,-5-6-46 0 0,0 0 1 0 0,1-1-1 0 0,-1 0 0 0 0,1 1 0 0 0,0-1 1 0 0,-1 0-1 0 0,1 0 0 0 0,0 0 1 0 0,0 0-1 0 0,0 0 0 0 0,0 0 0 0 0,0 0 1 0 0,0-1-1 0 0,0 1 0 0 0,0-1 1 0 0,2 1-1 0 0,-2-1 5 0 0,0-1 0 0 0,0 1 0 0 0,1-1 0 0 0,-1 1 0 0 0,0-1-1 0 0,0 0 1 0 0,0 0 0 0 0,0 0 0 0 0,-1 0 0 0 0,1 0 0 0 0,0 0 0 0 0,0 0 0 0 0,-1-1 0 0 0,1 1 0 0 0,0-1 0 0 0,1-1 0 0 0,8-10 83 0 0,-1-1 0 0 0,0 0 0 0 0,-1-1 0 0 0,-1 0 0 0 0,8-17 0 0 0,-7 13-39 0 0,9-17 46 0 0,-2-1 0 0 0,-1-1 0 0 0,-2 0 0 0 0,10-43 0 0 0,23-126 175 0 0,-16 90-174 0 0,-16 66 69 0 0,14-99 0 0 0,-27 109-51 0 0,-1 39 3 0 0,-8 7 48 0 0,-5 20-45 0 0,3-5-78 0 0,-3 6 13 0 0,0 0 1 0 0,2 1-1 0 0,-8 28 0 0 0,-18 89 273 0 0,23-86-264 0 0,-15 104 344 0 0,28-160-424 0 0,-1 16 70 0 0,1 0 0 0 0,0 0 0 0 0,2 0 0 0 0,0 0-1 0 0,1 0 1 0 0,0 0 0 0 0,2-1 0 0 0,0 1 0 0 0,1-1 0 0 0,11 26-1 0 0,-13-38-27 0 0,0 0-1 0 0,0 0 0 0 0,0-1 0 0 0,1 1 0 0 0,0-1 1 0 0,7 6-1 0 0,-4-3 5 0 0,-6-6-44 0 0,-1-1-1 0 0,1 1 0 0 0,0-1 1 0 0,0 0-1 0 0,-1 1 1 0 0,1-1-1 0 0,0 0 1 0 0,0 1-1 0 0,-1-1 0 0 0,1 0 1 0 0,0 0-1 0 0,0 0 1 0 0,0 0-1 0 0,-1 0 1 0 0,1 0-1 0 0,0 0 1 0 0,0 0-1 0 0,0 0 0 0 0,0 0 1 0 0,-1 0-1 0 0,1-1 1 0 0,0 1-1 0 0,0 0 1 0 0,-1 0-1 0 0,1-1 0 0 0,0 1 1 0 0,0-1-1 0 0,-1 1 1 0 0,2-1-1 0 0,0-1 30 0 0,1 1 0 0 0,-1-1 0 0 0,0 0 0 0 0,1 0 0 0 0,-1 0 0 0 0,3-5 0 0 0,1-2 28 0 0,1 0 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1:02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42 324 11856 0 0,'22'-23'1022'0'0,"-5"3"-720"0"0,-1 0-1 0 0,-1-1 0 0 0,-1-1 1 0 0,23-45-1 0 0,-33 59-200 0 0,-1 1 0 0 0,0-1 1 0 0,0 0-1 0 0,-1 0 0 0 0,1 1 0 0 0,-2-2 1 0 0,1 1-1 0 0,-1 0 0 0 0,-1 0 0 0 0,1 0 1 0 0,-1 0-1 0 0,-1-1 0 0 0,1 1 0 0 0,-5-15 1 0 0,5 23-89 0 0,0-1 1 0 0,0 0 0 0 0,0 0-1 0 0,0 0 1 0 0,-1 1 0 0 0,1-1-1 0 0,0 0 1 0 0,-1 0 0 0 0,1 1-1 0 0,-1-1 1 0 0,1 0 0 0 0,-1 1-1 0 0,1-1 1 0 0,-1 1 0 0 0,1-1-1 0 0,-1 0 1 0 0,0 1 0 0 0,1-1-1 0 0,-1 1 1 0 0,0 0 0 0 0,1-1-1 0 0,-1 1 1 0 0,0-1 0 0 0,0 1 0 0 0,1 0-1 0 0,-1 0 1 0 0,0-1 0 0 0,0 1-1 0 0,0 0 1 0 0,1 0 0 0 0,-1 0-1 0 0,0 0 1 0 0,0 0 0 0 0,0 0-1 0 0,0 0 1 0 0,1 0 0 0 0,-1 0-1 0 0,0 1 1 0 0,0-1 0 0 0,0 0-1 0 0,1 0 1 0 0,-1 1 0 0 0,0-1-1 0 0,1 1 1 0 0,-2 0 0 0 0,-3 1 8 0 0,1 1 0 0 0,0 0 0 0 0,0 0 0 0 0,0 0 0 0 0,-5 5 0 0 0,-3 6 17 0 0,0 1 1 0 0,1-1-1 0 0,1 2 1 0 0,0 0 0 0 0,-13 31-1 0 0,16-30-8 0 0,0 1 1 0 0,2 0-1 0 0,0 1 0 0 0,-3 27 0 0 0,-2 76 143 0 0,10-122-173 0 0,0 6 13 0 0,0 0 1 0 0,0 0-1 0 0,1-1 1 0 0,-1 1-1 0 0,1-1 1 0 0,1 1-1 0 0,-1 0 1 0 0,1-1-1 0 0,0 0 0 0 0,1 0 1 0 0,4 10-1 0 0,-6-13-4 0 0,1-1-1 0 0,-1 1 1 0 0,0-1-1 0 0,1 1 1 0 0,-1-1-1 0 0,1 1 1 0 0,-1-1-1 0 0,1 0 1 0 0,0 1-1 0 0,0-1 1 0 0,-1 0-1 0 0,1 0 1 0 0,0-1-1 0 0,4 2 1 0 0,-4-1-3 0 0,1-1-1 0 0,-1 0 1 0 0,1 0 0 0 0,-1 0 0 0 0,0 0 0 0 0,1 0 0 0 0,-1-1-1 0 0,0 1 1 0 0,1-1 0 0 0,-1 1 0 0 0,0-1 0 0 0,0 0-1 0 0,1 0 1 0 0,-1 0 0 0 0,0 0 0 0 0,2-2 0 0 0,7-6 21 0 0,0 0 0 0 0,-1 0 0 0 0,0-1 0 0 0,-1-1 0 0 0,0 0 1 0 0,11-16-1 0 0,0 0 12 0 0,1-2 7 0 0,-15 20-26 0 0,0 0-1 0 0,0 0 1 0 0,1 1 0 0 0,0 0 0 0 0,0 1 0 0 0,1-1 0 0 0,0 1 0 0 0,10-6 0 0 0,-17 13-15 0 0,0-1 0 0 0,0 0-1 0 0,0 1 1 0 0,0-1 0 0 0,0 1 0 0 0,1-1 0 0 0,-1 1 0 0 0,0 0 0 0 0,0-1 0 0 0,0 1-1 0 0,1 0 1 0 0,-1 0 0 0 0,0 0 0 0 0,0 0 0 0 0,1 0 0 0 0,-1 0 0 0 0,0 0 0 0 0,0 0-1 0 0,0 1 1 0 0,1-1 0 0 0,-1 0 0 0 0,2 2 0 0 0,-1-1 0 0 0,-1 0 0 0 0,1 0 0 0 0,-1 0 1 0 0,0 1-1 0 0,0-1 0 0 0,1 1 0 0 0,-1-1 0 0 0,0 1 1 0 0,0-1-1 0 0,0 1 0 0 0,0 0 0 0 0,-1-1 0 0 0,2 4 0 0 0,1 6 21 0 0,0 0-1 0 0,-1 0 0 0 0,-1 0 0 0 0,1 11 1 0 0,-2-20-22 0 0,2 18 37 0 0,0 1 0 0 0,2-1 0 0 0,0 0 0 0 0,8 24 0 0 0,1-12 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5:57.0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1073 8536 0 0,'-5'21'25'0'0,"2"-10"7"0"0,0 0 1 0 0,1 0 0 0 0,-1 20 0 0 0,1 3 13 0 0,0-25 60 0 0,2 0-1 0 0,-1 0 0 0 0,2 1 1 0 0,1 15-1 0 0,-1-20 10 0 0,0 1-1 0 0,1 0 1 0 0,0-1 0 0 0,0 0-1 0 0,0 1 1 0 0,1-1 0 0 0,0 0-1 0 0,0 0 1 0 0,0 0 0 0 0,0-1-1 0 0,1 1 1 0 0,0-1 0 0 0,0 1-1 0 0,0-1 1 0 0,0-1 0 0 0,7 6-1 0 0,-4-5 205 0 0,0-1 0 0 0,0 0 0 0 0,0 0 0 0 0,1 0 0 0 0,10 2 0 0 0,-14-4-262 0 0,0-1-1 0 0,0 0 0 0 0,0 1 1 0 0,0-2-1 0 0,0 1 0 0 0,0 0 1 0 0,0-1-1 0 0,0 0 0 0 0,0 0 1 0 0,0 0-1 0 0,0 0 1 0 0,4-3-1 0 0,3-2 195 0 0,0-1 0 0 0,0 0 0 0 0,-1 0 1 0 0,0-2-1 0 0,-1 1 0 0 0,9-11 0 0 0,-11 12-237 0 0,15-18 135 0 0,-1-1 0 0 0,-1 0 0 0 0,19-35-1 0 0,-8 11 49 0 0,-3 9-43 0 0,59-98 157 0 0,34-75 5 0 0,64-122 687 0 0,-148 263-763 0 0,3 1 0 0 0,70-94 0 0 0,-68 112-42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5:59.2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51 914 7632 0 0,'-2'29'1'0'0,"0"-20"84"0"0,0 0-1 0 0,-6 14 0 0 0,1 0 308 0 0,-9 46 0 0 0,7-26-198 0 0,7-31 126 0 0,1 0 0 0 0,0-1 0 0 0,0 1 0 0 0,1 0 0 0 0,3 21 0 0 0,-3-31-268 0 0,0-1 1 0 0,0 1-1 0 0,1 0 0 0 0,-1-1 1 0 0,1 1-1 0 0,-1 0 1 0 0,1-1-1 0 0,-1 1 1 0 0,1 0-1 0 0,0-1 0 0 0,0 1 1 0 0,0-1-1 0 0,0 0 1 0 0,0 1-1 0 0,0-1 1 0 0,0 0-1 0 0,0 1 0 0 0,1-1 1 0 0,-1 0-1 0 0,0 0 1 0 0,1 0-1 0 0,-1 0 1 0 0,1 0-1 0 0,-1 0 0 0 0,1-1 1 0 0,-1 1-1 0 0,1 0 1 0 0,0-1-1 0 0,-1 0 1 0 0,1 1-1 0 0,0-1 0 0 0,0 0 1 0 0,-1 0-1 0 0,1 1 1 0 0,0-1-1 0 0,-1-1 1 0 0,1 1-1 0 0,3-1 0 0 0,1 0 31 0 0,1 0-1 0 0,-1-1 0 0 0,0 1 0 0 0,0-2 0 0 0,0 1 1 0 0,0-1-1 0 0,-1 0 0 0 0,1 0 0 0 0,7-6 0 0 0,76-67 1619 0 0,-30 24-1300 0 0,-14 14-168 0 0,-1-2 1 0 0,-1-2-1 0 0,54-71 1 0 0,-52 50 207 0 0,-11 14 61 0 0,45-51 0 0 0,94-80-95 0 0,63-71 398 0 0,-95 100-76 0 0,-112 121-643 0 0,4-4 35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6:01.0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1 943 3808 0 0,'1'-5'440'0'0,"2"-1"-149"0"0,-2-1 0 0 0,1 0 0 0 0,-1 1-1 0 0,0-1 1 0 0,1-9 0 0 0,-2 15-66 0 0,-1-7 2541 0 0,1 157-702 0 0,2-106-1563 0 0,4 71-83 0 0,-4-92-102 0 0,2 1-1 0 0,0-1 1 0 0,8 21-1 0 0,-11-39-226 0 0,1 0-1 0 0,-1 0 1 0 0,1-1 0 0 0,0 1-1 0 0,0-1 1 0 0,0 1-1 0 0,1-1 1 0 0,-1 0 0 0 0,1 0-1 0 0,5 5 1 0 0,-6-7-63 0 0,0 1 0 0 0,0-1 0 0 0,0 1 0 0 0,1-1 0 0 0,-1 0 0 0 0,0 0 0 0 0,1 0 0 0 0,-1 0 0 0 0,1 0 0 0 0,-1-1 0 0 0,1 1 0 0 0,-1-1 0 0 0,1 0 0 0 0,0 0 0 0 0,-1 0 0 0 0,1 0 0 0 0,4 0 0 0 0,-2-1 25 0 0,1-1 1 0 0,-1 1-1 0 0,1-1 1 0 0,-1 0-1 0 0,0 0 1 0 0,0 0 0 0 0,1-1-1 0 0,5-3 1 0 0,-3 0 49 0 0,-1 0 0 0 0,1-1 0 0 0,-1 0 0 0 0,10-12 0 0 0,9-16 133 0 0,39-70 1 0 0,-3 5-72 0 0,225-303 941 0 0,-24 48-630 0 0,-253 343-456 0 0,124-172 384 0 0,-71 93-186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6:02.6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1400 6128 0 0,'11'25'129'0'0,"-10"-24"-109"0"0,-1 0-1 0 0,1 0 0 0 0,-1 0 1 0 0,1 0-1 0 0,-1 0 1 0 0,0 0-1 0 0,0 0 1 0 0,1 0-1 0 0,-1 0 1 0 0,0 0-1 0 0,0 0 0 0 0,0 0 1 0 0,0 2-1 0 0,1 7 97 0 0,4 11 62 0 0,-5-18 66 0 0,1 1-1 0 0,-1-1 0 0 0,1 0 0 0 0,0 1 1 0 0,0-1-1 0 0,0 0 0 0 0,1 0 1 0 0,-1 0-1 0 0,1 0 0 0 0,-1 0 1 0 0,1 0-1 0 0,3 3 0 0 0,-4-5-178 0 0,1 1-1 0 0,-1-1 1 0 0,0 0-1 0 0,1 0 0 0 0,0 0 1 0 0,-1 0-1 0 0,1 0 1 0 0,-1 0-1 0 0,1-1 1 0 0,0 1-1 0 0,0 0 0 0 0,-1-1 1 0 0,1 1-1 0 0,0-1 1 0 0,0 0-1 0 0,0 0 0 0 0,0 0 1 0 0,0 0-1 0 0,-1 0 1 0 0,1 0-1 0 0,0 0 0 0 0,0 0 1 0 0,0-1-1 0 0,0 1 1 0 0,-1-1-1 0 0,1 1 1 0 0,0-1-1 0 0,0 0 0 0 0,-1 0 1 0 0,4-2-1 0 0,5-3 240 0 0,1-1-1 0 0,-1 0 0 0 0,15-15 1 0 0,-19 17-389 0 0,94-88 1702 0 0,-79 70-1276 0 0,-1 0 0 0 0,26-40 0 0 0,178-247 583 0 0,-194 272-747 0 0,205-238 600 0 0,19 12-450 0 0,-189 198-227 0 0,147-147 369 0 0,-106 108-228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6:04.0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34 925 9344 0 0,'-16'90'829'0'0,"8"-48"-670"0"0,-1 8 314 0 0,8-45-246 0 0,1 0 0 0 0,0 0 1 0 0,0 0-1 0 0,1 0 0 0 0,-1-1 0 0 0,1 1 1 0 0,0 0-1 0 0,2 5 0 0 0,-2-6-123 0 0,1 0-1 0 0,-1 0 1 0 0,1 0 0 0 0,0 0-1 0 0,0 0 1 0 0,1 0-1 0 0,-1-1 1 0 0,1 1-1 0 0,6 5 1 0 0,-8-8-68 0 0,1 0-1 0 0,-1 0 1 0 0,1 0 0 0 0,-1 0 0 0 0,1 0 0 0 0,-1-1-1 0 0,1 1 1 0 0,0-1 0 0 0,-1 1 0 0 0,1-1-1 0 0,0 1 1 0 0,0-1 0 0 0,-1 0 0 0 0,1 0 0 0 0,0 0-1 0 0,0 0 1 0 0,-1 0 0 0 0,1-1 0 0 0,0 1-1 0 0,0 0 1 0 0,-1-1 0 0 0,1 1 0 0 0,0-1-1 0 0,-1 0 1 0 0,1 1 0 0 0,-1-1 0 0 0,4-2 0 0 0,11-6 628 0 0,-1 2-407 0 0,-1-1 0 0 0,0-1 0 0 0,0 0-1 0 0,-1-1 1 0 0,0-1 0 0 0,13-14 0 0 0,137-168 1095 0 0,118-123-31 0 0,311-216-71 0 0,-504 461-1140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6:06.0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1531 4512 0 0,'5'9'37'0'0,"-4"-7"28"0"0,0 0 0 0 0,0 0 0 0 0,-1 0 0 0 0,1 0 0 0 0,0 0-1 0 0,-1 0 1 0 0,1 1 0 0 0,-1-1 0 0 0,0 0 0 0 0,0 0 0 0 0,0 4 0 0 0,0-5-38 0 0,0-1 1 0 0,0 1 0 0 0,0 0-1 0 0,1 0 1 0 0,-1-1-1 0 0,0 1 1 0 0,0 0 0 0 0,0-1-1 0 0,1 1 1 0 0,-1 0-1 0 0,0 0 1 0 0,0-1-1 0 0,1 1 1 0 0,-1-1 0 0 0,1 1-1 0 0,-1 0 1 0 0,1-1-1 0 0,-1 1 1 0 0,1-1 0 0 0,-1 1-1 0 0,1-1 1 0 0,-1 1-1 0 0,1-1 1 0 0,0 1 0 0 0,-1-1-1 0 0,1 0 1 0 0,0 1-1 0 0,-1-1 1 0 0,1 0-1 0 0,0 0 1 0 0,-1 1 0 0 0,1-1-1 0 0,0 0 1 0 0,0 0-1 0 0,-1 0 1 0 0,1 0 0 0 0,1 0-1 0 0,0 0 130 0 0,1 0 0 0 0,-1-1 1 0 0,0 1-1 0 0,0 0 0 0 0,0-1 0 0 0,0 0 0 0 0,0 1 0 0 0,1-1 0 0 0,-1 0 0 0 0,-1 0 0 0 0,1 0 1 0 0,0 0-1 0 0,3-3 0 0 0,20-19 925 0 0,24-29 0 0 0,12-11-990 0 0,-25 30 479 0 0,36-46 0 0 0,131-142 2319 0 0,-103 120-2616 0 0,209-191 109 0 0,273-158 1214 0 0,-475 369-1466 0 0,22-13 3 0 0,-3 9 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6:26.0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23 665 11048 0 0,'0'0'250'0'0,"-4"47"10"0"0,-10 139-1 0 0,10-141-23 0 0,4-50-24 0 0,0 0 1 0 0,1 0-1 0 0,-1 0 1 0 0,1 0-1 0 0,0 0 1 0 0,1 0-1 0 0,-1 0 0 0 0,4-7 1 0 0,50-98 1415 0 0,-45 92-1551 0 0,-10 18-75 0 0,10-25 67 0 0,-6 8-35 0 0,3-24 0 0 0,20-178 187 0 0,-25 206-141 0 0,1 0 0 0 0,5-18 0 0 0,-7 29-37 0 0,0-1 0 0 0,0 1-1 0 0,0-1 1 0 0,1 1 0 0 0,-1 0 0 0 0,4-4 0 0 0,75-81 1750 0 0,-30 35-1413 0 0,-32 32-303 0 0,45-46 478 0 0,-51 55-349 0 0,0 1 1 0 0,0 0-1 0 0,24-14 1 0 0,-12 9 60 0 0,35-27 0 0 0,-16 9 159 0 0,-39 31-371 0 0,-1 0 1 0 0,1 0 0 0 0,0 0-1 0 0,8-2 1 0 0,-10 3-24 0 0,0 1 48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6:26.7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11256 0 0,'0'6'502'0'0,"0"-6"-496"0"0,0 7 155 0 0,0-1 0 0 0,0 0-1 0 0,1 1 1 0 0,0-1 0 0 0,0 0-1 0 0,1 1 1 0 0,-1-1 0 0 0,5 9-1 0 0,6 6 57 0 0,2-1-1 0 0,0 0 0 0 0,25 27 1 0 0,0-1 675 0 0,10 11 71 0 0,12 15-512 0 0,-40-44-311 0 0,-2 1-1 0 0,23 44 1 0 0,28 57 280 0 0,-27-52-242 0 0,-9-14-28 0 0,38 85-1 0 0,-56-107-122 0 0,-9-23-6 0 0,18 34 0 0 0,-14-37-21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6:29.4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23 524 10752 0 0,'0'0'257'0'0,"-3"-2"6"0"0,-12-8 1 0 0,11 7 112 0 0,4 3-365 0 0,0 0 1 0 0,0-1 0 0 0,0 1-1 0 0,0 0 1 0 0,0 0-1 0 0,-1-1 1 0 0,1 1 0 0 0,0 0-1 0 0,0 0 1 0 0,0 0 0 0 0,0-1-1 0 0,0 1 1 0 0,0 0-1 0 0,0 0 1 0 0,0-1 0 0 0,0 1-1 0 0,0 0 1 0 0,0 0 0 0 0,1-1-1 0 0,-1 1 1 0 0,0 0-1 0 0,0 0 1 0 0,0-1 0 0 0,0 1-1 0 0,0 0 1 0 0,0 0 0 0 0,0 0-1 0 0,1-1 1 0 0,-1 1-1 0 0,0 0 1 0 0,0 0 0 0 0,0 0-1 0 0,0 0 1 0 0,1-1 0 0 0,6-9 410 0 0,-6 9-331 0 0,16-17 170 0 0,1 1 0 0 0,1 1 1 0 0,1 1-1 0 0,1 0 0 0 0,-1 2 1 0 0,2 0-1 0 0,0 2 0 0 0,26-11 1 0 0,87-42 789 0 0,-80 36-617 0 0,23-17-106 0 0,-11 5-80 0 0,-15 12-65 0 0,35-18 76 0 0,-72 40-224 0 0,-4 2-4 0 0,-2 0 0 0 0,1-1 1 0 0,0 0-1 0 0,-1-1 0 0 0,0 0 0 0 0,-1 0 0 0 0,12-11 0 0 0,-19 16-22 0 0,0 1 0 0 0,0-1 0 0 0,0 0 0 0 0,-1 0 0 0 0,1 0 0 0 0,0 0-1 0 0,-1 0 1 0 0,1 0 0 0 0,-1-1 0 0 0,1 1 0 0 0,-1 0 0 0 0,1 0-1 0 0,-1 0 1 0 0,0 0 0 0 0,0-1 0 0 0,0 1 0 0 0,0 0 0 0 0,0 0 0 0 0,0 0-1 0 0,0-1 1 0 0,0-1 0 0 0,-6-11 88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6:29.6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11760 0 0,'0'0'0'0'0,"22"34"0"0"0,-9-14 344 0 0,-2-1 16 0 0,1 5 0 0 0,7 7 0 0 0,-7-2-232 0 0,-1-4 8 0 0,3 5-16 0 0,3 11 16 0 0,-2 2 184 0 0,-1 1 16 0 0,1-1 0 0 0,5 3-8 0 0,-1-3-200 0 0,1-1-8 0 0,2 0 8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6:30.2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1 378 12664 0 0,'22'-5'384'0'0,"1"-1"0"0"0,-1-2 0 0 0,0 0 0 0 0,0-1 0 0 0,31-19 0 0 0,15-15 32 0 0,63-36 1762 0 0,-73 46-1852 0 0,26-12-25 0 0,22-17-155 0 0,-101 58-138 0 0,-1 2-1 0 0,-1-1 0 0 0,1 1 0 0 0,-1-1 0 0 0,0 0 0 0 0,1-1 0 0 0,-2 1 0 0 0,6-7 0 0 0,0-8 17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6:30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12256 0 0,'7'15'0'0'0,"9"26"384"0"0,5-1-8 0 0,0-5 0 0 0,6-3 0 0 0,-4-3-240 0 0,0-3 0 0 0,-1-5-8 0 0,6 4 8 0 0,-3-4 256 0 0,-4-3-8 0 0,1-1 0 0 0,4 5 8 0 0,-2-7-256 0 0,-5-1 0 0 0,0 3 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6:32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15 11152 0 0,'0'0'1782'0'0,"-4"-3"-1651"0"0,-7-6 366 0 0,8 6 1663 0 0,14 12-1153 0 0,0 1-748 0 0,-1 0-1 0 0,-1 0 1 0 0,0 1 0 0 0,0 0-1 0 0,-1 0 1 0 0,11 21 0 0 0,35 84 435 0 0,-31-54-336 0 0,10 22 93 0 0,-10-29-272 0 0,-15-35-68 0 0,1 1 0 0 0,0-1 0 0 0,1-1 0 0 0,2 0 0 0 0,22 30-1 0 0,84 88 658 0 0,-99-116-352 0 0,-17-20-200 0 0,-4-3-152 0 0,-10-20 77 0 0,-2 1-1 0 0,-32-39 1 0 0,29 39-80 0 0,0 0 0 0 0,-22-40 1 0 0,8 5 80 0 0,-13-27 80 0 0,25 47 5 0 0,-42-59 0 0 0,57 89-187 0 0,-8-18 244 0 0,11 22-88 0 0,3 9-113 0 0,-1-4-91 0 0,2 9 51 0 0,-1-1-9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6:31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28 717 13768 0 0,'-4'-3'441'0'0,"1"1"-323"0"0,2 1-79 0 0,-1 0 0 0 0,1 0 0 0 0,0 1-1 0 0,-1-1 1 0 0,1 0 0 0 0,0 0 0 0 0,0 0 0 0 0,0-1 0 0 0,0 1-1 0 0,0 0 1 0 0,0 0 0 0 0,0-1 0 0 0,0 1 0 0 0,0 0-1 0 0,0-1 1 0 0,1 1 0 0 0,-1-1 0 0 0,0 1 0 0 0,0-3 0 0 0,1-1 20 0 0,1-1 0 0 0,-1 1 0 0 0,1 0 0 0 0,0 0 0 0 0,0 0 0 0 0,0 1 0 0 0,1-1 0 0 0,-1 0 1 0 0,1 0-1 0 0,0 1 0 0 0,1-1 0 0 0,-1 1 0 0 0,1-1 0 0 0,0 1 0 0 0,0 0 0 0 0,7-7 0 0 0,5-2 232 0 0,0 0-1 0 0,0 0 0 0 0,18-9 0 0 0,-21 13 31 0 0,125-96 1364 0 0,-116 86-1494 0 0,0-1 1 0 0,-2-1 0 0 0,34-47 0 0 0,-35 40 418 0 0,35-41 0 0 0,-14 18-307 0 0,-6 6-37 0 0,-29 42-264 0 0,-1-1 0 0 0,0 0 0 0 0,-1-1-1 0 0,1 1 1 0 0,-1 0 0 0 0,0-1 0 0 0,0 1 0 0 0,0-1-1 0 0,0 0 1 0 0,-1 0 0 0 0,0 1 0 0 0,0-1-1 0 0,0 0 1 0 0,-1 0 0 0 0,1 0 0 0 0,-1 0 0 0 0,-1-7-1 0 0,-2-1-1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6:31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12760 0 0,'0'0'0'0'0,"16"32"0"0"0,3-2 0 0 0,0 5 424 0 0,1 0 0 0 0,-1 0-8 0 0,6 5 8 0 0,-4-4-288 0 0,-3-3 0 0 0,2 1 0 0 0,3 2 8 0 0,0-1 416 0 0,-4-6 16 0 0,3-1-1 0 0,5-3 1 0 0,3 0-432 0 0,5 1 0 0 0,4 1 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6:35.1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356 392 10448 0 0,'0'0'1112'0'0,"-5"-3"-1000"0"0,-80-73 2432 0 0,30 25-1883 0 0,-21-22 895 0 0,63 60-1397 0 0,0 0 1 0 0,-14-23 0 0 0,7 10 225 0 0,2 3 359 0 0,-20-32 1 0 0,37 53-548 0 0,-3-18 1183 0 0,4 20-1366 0 0,0 0-1 0 0,0 0 1 0 0,1 0-1 0 0,-1 0 1 0 0,0 0-1 0 0,0 0 1 0 0,1 0-1 0 0,-1 0 0 0 0,0 0 1 0 0,1 0-1 0 0,-1 0 1 0 0,0 0-1 0 0,0 0 1 0 0,1 0-1 0 0,-1 0 1 0 0,0 0-1 0 0,0 0 1 0 0,1 0-1 0 0,-1 0 0 0 0,0 1 1 0 0,0-1-1 0 0,1 0 1 0 0,-1 0-1 0 0,0 0 1 0 0,0 0-1 0 0,0 1 1 0 0,1-1-1 0 0,-1 0 1 0 0,0 0-1 0 0,0 0 0 0 0,0 1 1 0 0,1-1-1 0 0,17 15 192 0 0,18 17-50 0 0,-2 4-37 0 0,-1 0 0 0 0,-2 2 0 0 0,40 64 0 0 0,58 115 380 0 0,-112-182-277 0 0,21 67 0 0 0,-32-81-146 0 0,-1 0-1 0 0,-1 1 0 0 0,-1-1 1 0 0,1 37-1 0 0,-4-36-27 0 0,0-3-6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6:54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74 916 9440 0 0,'-28'20'698'0'0,"-18"6"4756"0"0,49-28-5320 0 0,34-33 1083 0 0,51-60-1 0 0,-65 70-838 0 0,50-42 0 0 0,-34 33 210 0 0,50-42 454 0 0,9-7-642 0 0,-76 63-261 0 0,-1-2-1 0 0,22-28 1 0 0,-9 10 116 0 0,1 2 0 0 0,48-41 1 0 0,-36 35-142 0 0,1 3 28 0 0,-29 26-22 0 0,-2-1 0 0 0,24-26 0 0 0,-15 14 67 0 0,-18 21-135 0 0,-1-1 1 0 0,-1 0-1 0 0,1 0 0 0 0,5-9 0 0 0,-2 1 37 0 0,-8 13-37 0 0,0 1 0 0 0,0-1 0 0 0,-1 1 0 0 0,1-1 0 0 0,-1 1 0 0 0,0-1 0 0 0,0 0 0 0 0,0 0-1 0 0,0 0 1 0 0,0 0 0 0 0,0 1 0 0 0,0-5 0 0 0,-1 5 127 0 0,-3 1-96 0 0,2 1-69 0 0,0-1 0 0 0,-1 1 0 0 0,1-1 0 0 0,-1 1 0 0 0,1-1 0 0 0,-1 1 0 0 0,1 0 0 0 0,-1 0 0 0 0,1 0 0 0 0,-1 0 0 0 0,1 0 0 0 0,-1 0 0 0 0,1 0 0 0 0,-1 0 0 0 0,1 1 0 0 0,-1-1 0 0 0,1 1 0 0 0,-1-1 0 0 0,1 1 0 0 0,-3 0 0 0 0,-9 5 90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6:54.2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4 15176 0 0,'0'0'400'0'0,"-4"-1"1"0"0,-13-2 4 0 0,17 3-392 0 0,0 0 0 0 0,-1 0-1 0 0,1 1 1 0 0,0-1 0 0 0,0 0-1 0 0,0 0 1 0 0,-1 0 0 0 0,1 0-1 0 0,0 0 1 0 0,0 0 0 0 0,0 0 0 0 0,0 0-1 0 0,-1 0 1 0 0,1 0 0 0 0,0 1-1 0 0,0-1 1 0 0,0 0 0 0 0,0 0-1 0 0,-1 0 1 0 0,1 0 0 0 0,0 1-1 0 0,0-1 1 0 0,0 0 0 0 0,0 0 0 0 0,0 0-1 0 0,0 0 1 0 0,0 1 0 0 0,0-1-1 0 0,0 0 1 0 0,0 0 0 0 0,-1 0-1 0 0,1 1 1 0 0,0-1 0 0 0,0 0-1 0 0,0 0 1 0 0,0 0 0 0 0,0 1 0 0 0,1-1-1 0 0,-1 5 30 0 0,1 12 290 0 0,1 0-1 0 0,1 0 1 0 0,1 0-1 0 0,0-1 1 0 0,10 24-1 0 0,-12-34-265 0 0,6 17 205 0 0,74 188 599 0 0,39 61 384 0 0,-110-240-1136 0 0,7 39 1 0 0,4 15 2 0 0,-21-86-120 0 0,39 114 176 0 0,-31-94-137 0 0,0 0 0 0 0,1 0 0 0 0,19 25 0 0 0,-26-40-33 0 0,1 0 0 0 0,0-1 1 0 0,0 0-1 0 0,1 0 0 0 0,-1 0 1 0 0,8 5-1 0 0,-9-7-3 0 0,-1-1-1 0 0,1 1 1 0 0,-1-1-1 0 0,1 0 1 0 0,0 0-1 0 0,0 0 1 0 0,0 0-1 0 0,-1 0 1 0 0,1-1-1 0 0,0 0 1 0 0,0 1-1 0 0,0-1 1 0 0,0 0-1 0 0,4-1 1 0 0,5-2 18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6:55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0 996 12864 0 0,'18'-8'244'0'0,"-1"-1"1"0"0,0 0-1 0 0,-1-1 0 0 0,23-19 1 0 0,-12 6 134 0 0,36-41 1 0 0,55-55 661 0 0,-55 56 304 0 0,138-104 0 0 0,-193 160-1343 0 0,138-117 1153 0 0,-114 92-783 0 0,0-1-1 0 0,31-46 0 0 0,-37 45-297 0 0,-13 18-39 0 0,-1 0 1 0 0,-1-1 0 0 0,0-1 0 0 0,-1 0 0 0 0,11-26-1 0 0,-21 41-35 0 0,1 1 0 0 0,0 0 0 0 0,-1-1 0 0 0,0 1 0 0 0,1-1 0 0 0,-1 1 0 0 0,0 0 0 0 0,0-1 0 0 0,-1 1 0 0 0,1-1 0 0 0,0 1 0 0 0,-1 0 0 0 0,1-1 0 0 0,-2-2 0 0 0,-7-12 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6:55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14368 0 0,'16'34'188'0'0,"4"23"360"0"0,-10-30-348 0 0,2 0 0 0 0,0-1 0 0 0,2 0 0 0 0,19 26 0 0 0,-19-32-56 0 0,1-1 1 0 0,0 0-1 0 0,2-2 1 0 0,20 18-1 0 0,81 59 1349 0 0,-35-30-939 0 0,85 74 195 0 0,-51-29 170 0 0,-115-107-910 0 0,84 68 264 0 0,-38-37-145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6:56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1 328 11048 0 0,'17'-4'-15'0'0,"8"-5"512"0"0,17-5 654 0 0,-3 4-713 0 0,38-17 0 0 0,0 1-93 0 0,1 0 776 0 0,53-14 569 0 0,165-51-110 0 0,-171 53-396 0 0,-34 12-967 0 0,-69 17-310 0 0,-4 1 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6:56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10656 0 0,'20'77'315'0'0,"14"48"924"0"0,-25-96-965 0 0,2 0 0 0 0,18 34 0 0 0,124 186 2308 0 0,-87-147-2084 0 0,-48-76-357 0 0,1 0 0 0 0,27 25 0 0 0,-25-28 37 0 0,14 14 140 0 0,2-4 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7:13.6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1 780 5120 0 0,'0'0'2840'0'0,"0"-4"-2560"0"0,-1 1-119 0 0,1 0 1 0 0,0 0-1 0 0,1 0 1 0 0,-1 0-1 0 0,0 1 1 0 0,1-1-1 0 0,-1 0 1 0 0,1 0-1 0 0,0 1 1 0 0,0-1-1 0 0,0 0 1 0 0,0 1-1 0 0,1-1 1 0 0,-1 1-1 0 0,1-1 1 0 0,2-3-1 0 0,24-26 367 0 0,1 1 0 0 0,51-42 0 0 0,29-10 1777 0 0,51-42-843 0 0,-86 65-731 0 0,2 4 0 0 0,89-49 0 0 0,-95 61-464 0 0,23-13 114 0 0,-9 4 760 0 0,-73 46-756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7:13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13560 0 0,'29'24'296'0'0,"18"17"921"0"0,-16-7-927 0 0,-1 1 0 0 0,36 56 1 0 0,-8-11-1 0 0,104 129 2126 0 0,-125-159-2159 0 0,37 68 0 0 0,17 60 434 0 0,2-14 29 0 0,-76-135-649 0 0,9 12 42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7:24.5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1 420 13464 0 0,'29'-25'-20'0'0,"-5"5"625"0"0,30-32 0 0 0,-19 14-153 0 0,2 2-1 0 0,1 1 1 0 0,1 2-1 0 0,67-42 0 0 0,-83 61 255 0 0,46-21 0 0 0,12-4-110 0 0,-66 32-572 0 0,-6-4-24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7:24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14064 0 0,'34'56'721'0'0,"19"27"115"0"0,85 119 166 0 0,-93-134-344 0 0,24 32 475 0 0,29 15-403 0 0,-69-85-170 0 0,53 44-1 0 0,-65-61-447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7:27.7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1 620 11952 0 0,'0'0'496'0'0,"0"-4"-2"0"0,0-2-401 0 0,0 0-1 0 0,1 0 0 0 0,0 0 1 0 0,1 0-1 0 0,-1 0 0 0 0,1 0 0 0 0,0 0 1 0 0,1 1-1 0 0,-1-1 0 0 0,1 1 1 0 0,0 0-1 0 0,0 0 0 0 0,1 0 1 0 0,5-6-1 0 0,7-6 308 0 0,1 1 1 0 0,27-22-1 0 0,-14 14 729 0 0,71-51 985 0 0,-30 25-1847 0 0,-34 23 76 0 0,1 3-1 0 0,70-34 1 0 0,89-25 948 0 0,-181 77-1289 0 0,32-13 107 0 0,57-24 70 0 0,-49 20-179 0 0,-13 6 0 0 0,-31 11 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7:27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14064 0 0,'0'0'1624'0'0,"4"4"-1442"0"0,20 17 85 0 0,-1-3 29 0 0,-7-6 283 0 0,17 17 0 0 0,57 69 794 0 0,60 58-818 0 0,75 58 1092 0 0,-191-176-1478 0 0,-3 0 0 0 0,38 62 1 0 0,-33-47-5 0 0,-5-11-29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7:29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1 317 8744 0 0,'92'-51'1201'0'0,"-50"24"-974"0"0,2-1-41 0 0,62-24 998 0 0,-75 37-630 0 0,46-15-1 0 0,-14 7-314 0 0,4 0 0 0 0,11-4 152 0 0,-43 15-169 0 0,-26 9-160 0 0,-1 1-1 0 0,0-1 1 0 0,0-1-1 0 0,11-5 1 0 0,-7 1 26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7:30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12664 0 0,'0'0'0'0'0,"16"47"544"0"0,-5-16 16 0 0,1 2 0 0 0,6 3-8 0 0,-5 1-408 0 0,1-6 0 0 0,3 7 0 0 0,5 5 0 0 0,0-10 296 0 0,0-1 0 0 0,5 10-1 0 0,8 3 1 0 0,0-2-304 0 0,-1-4 8 0 0,8-5-16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7:30.8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1 369 11856 0 0,'12'-7'345'0'0,"0"0"-1"0"0,-1-1 1 0 0,0 0 0 0 0,0-1 0 0 0,14-15 0 0 0,-4 5-30 0 0,18-14 569 0 0,67-41 0 0 0,-76 56-461 0 0,0 1 1 0 0,1 2 0 0 0,51-18 0 0 0,104-21 488 0 0,-84 32-208 0 0,-33 9-441 0 0,-34 6-134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47:31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13464 0 0,'6'109'689'0'0,"-2"-80"-462"0"0,1 1 1 0 0,2-1 0 0 0,13 39 0 0 0,7 4 333 0 0,3-1 1 0 0,3-1-1 0 0,58 90 1 0 0,29 24 81 0 0,-71-98-150 0 0,-27-44-236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51:38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845 46 11552 0 0,'2'44'186'0'0,"-3"2"389"0"0,-2-22-419 0 0,2-21-130 0 0,1 1 0 0 0,-1 0 0 0 0,0-1 0 0 0,1 1 0 0 0,0 7 0 0 0,2 9 34 0 0,0 5 88 0 0,-1 29 1 0 0,-1-44-90 0 0,1 1-1 0 0,-1-1 1 0 0,4 12-1 0 0,0 24 124 0 0,3 19 124 0 0,-7-63-290 0 0,0 1 1 0 0,1-1-1 0 0,-1 0 1 0 0,1 0-1 0 0,-1 0 1 0 0,1 0-1 0 0,1 4 1 0 0,4 8 113 0 0,-5-11-117 0 0,0-1-1 0 0,0 1 0 0 0,0 0 0 0 0,0-1 1 0 0,1 0-1 0 0,0 1 0 0 0,-1-1 0 0 0,1 0 1 0 0,0 0-1 0 0,0 0 0 0 0,0 0 1 0 0,0 0-1 0 0,1 0 0 0 0,-1 0 0 0 0,0-1 1 0 0,6 3-1 0 0,4 2 23 0 0,-1-2 1 0 0,22 7-1 0 0,-13-6-10 0 0,-9-1-15 0 0,0-1 1 0 0,0-1-1 0 0,1 0 0 0 0,-1 0 0 0 0,16 0 1 0 0,-17-2-4 0 0,0 1 0 0 0,1 1 1 0 0,11 3-1 0 0,-11-3 0 0 0,0 0-1 0 0,19 2 1 0 0,0-3 8 0 0,39 8 1 0 0,-52-6-11 0 0,-6-2-3 0 0,0 0 0 0 0,0-1-1 0 0,0-1 1 0 0,13-1 0 0 0,-11 0 3 0 0,0 1 1 0 0,20 1-1 0 0,-3 3 1 0 0,-14 0-4 0 0,1-2-1 0 0,23 0 1 0 0,-1-5 3 0 0,-15 2 0 0 0,26 0 0 0 0,-23 3-2 0 0,-8 0 1 0 0,-1 0 0 0 0,34-4 1 0 0,-31-1-2 0 0,7 0 5 0 0,33-2-1 0 0,-14 4 12 0 0,65-12 0 0 0,-21 6-5 0 0,-15 2 5 0 0,100-6 34 0 0,-175 12-53 0 0,75-9 20 0 0,-51 5-9 0 0,33 0 1 0 0,-26 3 5 0 0,51-6-1 0 0,-50 3 2 0 0,1 1 1 0 0,36 2-1 0 0,29-1 14 0 0,-48-1-3 0 0,62 6 1 0 0,-91-3-2 0 0,38-4 1 0 0,9-1 20 0 0,22 2-1 0 0,40 0 19 0 0,19 0 50 0 0,-90 1-57 0 0,-38 3-28 0 0,31-5 0 0 0,43-6 47 0 0,46-8 96 0 0,-66 7-63 0 0,27-6 8 0 0,-85 13-85 0 0,28-1 0 0 0,-29 4 29 0 0,30-7 0 0 0,-11 0 87 0 0,48-4 0 0 0,-18 4-34 0 0,-44 6-62 0 0,-1 1 0 0 0,26 1 0 0 0,13 0 124 0 0,10 3 18 0 0,-1 0-52 0 0,-3 1-4 0 0,-4 0 48 0 0,79 3 209 0 0,-114-7-339 0 0,-10 0 37 0 0,0 0-1 0 0,0 1 0 0 0,29 6 0 0 0,26 5 156 0 0,-13-2 62 0 0,-25-3-171 0 0,-29-7-117 0 0,0 1 0 0 0,0 0-1 0 0,0 0 1 0 0,0 0-1 0 0,0 1 1 0 0,0 0 0 0 0,-1-1-1 0 0,1 2 1 0 0,6 3-1 0 0,68 47 295 0 0,-76-50-306 0 0,-1 0 0 0 0,1 0 1 0 0,-1 0-1 0 0,0 0 0 0 0,0 0 0 0 0,0 0 0 0 0,0 1 0 0 0,-1-1 1 0 0,1 0-1 0 0,-1 1 0 0 0,0-1 0 0 0,0 1 0 0 0,1 4 1 0 0,-1-1 4 0 0,0-1 1 0 0,0 1-1 0 0,-1 0 1 0 0,0-1 0 0 0,0 1-1 0 0,-2 11 1 0 0,-1 14 39 0 0,4-27-51 0 0,-1-1-1 0 0,-1 0 0 0 0,1 1 1 0 0,-1-1-1 0 0,1 0 0 0 0,-1 0 1 0 0,-3 7-1 0 0,0 0 9 0 0,2-8-10 0 0,0 1 0 0 0,1 0 1 0 0,0-1-1 0 0,0 1 0 0 0,0 0 1 0 0,-1 6-1 0 0,2 4 9 0 0,-1-5-3 0 0,1-1 1 0 0,-1 0-1 0 0,-1 1 0 0 0,-2 9 1 0 0,-4 6 26 0 0,2-1 0 0 0,-6 39 0 0 0,-10 48 53 0 0,7-43-24 0 0,14-65-65 0 0,-42 182 164 0 0,16-83-106 0 0,-7 23 16 0 0,-29 44 38 0 0,49-133-94 0 0,-68 229 126 0 0,16-42-37 0 0,36-110-62 0 0,14-45-21 0 0,-25 160 55 0 0,25-112-50 0 0,-6 123 32 0 0,28 32-15 0 0,10-142-23 0 0,-3-37-9 0 0,-4-10-5 0 0,10 107 18 0 0,-14-118-20 0 0,5 217 32 0 0,-25-20-3 0 0,2-138-18 0 0,4-50 0 0 0,-11 101 20 0 0,13-109-28 0 0,-1 32 10 0 0,8-74-10 0 0,-1-3 1 0 0,4 26 0 0 0,-1 14 33 0 0,-3-49-27 0 0,0-15-18 0 0,1-1 1 0 0,0 1 0 0 0,0-1-1 0 0,0 1 1 0 0,0-1 0 0 0,0 1 0 0 0,0-1-1 0 0,0 1 1 0 0,1 1 0 0 0,-1-1 14 0 0,-2 4 26 0 0,-6 9 27 0 0,8-14-65 0 0,-1-1 1 0 0,1 1-1 0 0,-1-1 1 0 0,1 0-1 0 0,-1 1 1 0 0,1-1-1 0 0,-1 0 1 0 0,1 1-1 0 0,-1-1 1 0 0,1 0-1 0 0,-1 0 1 0 0,1 0 0 0 0,-1 1-1 0 0,0-1 1 0 0,1 0-1 0 0,-1 0 1 0 0,1 0-1 0 0,-1 0 1 0 0,1 0-1 0 0,-1 0 1 0 0,0 0-1 0 0,1 0 1 0 0,-1 0-1 0 0,1-1 1 0 0,-1 1-1 0 0,0 0 1 0 0,1 0-1 0 0,-1 0 1 0 0,0-1-1 0 0,-44-13 98 0 0,5 1-17 0 0,-16-8-17 0 0,32 11-28 0 0,0 1-1 0 0,-1 1 1 0 0,-1 1 0 0 0,-28-5 0 0 0,-15 5 82 0 0,-100 1 1 0 0,133 7-82 0 0,-131 10 149 0 0,-79 17-2 0 0,175-18-135 0 0,-15 1 2 0 0,-257 12 118 0 0,160-10-102 0 0,96-4-42 0 0,-8 1-8 0 0,77-10-18 0 0,-97 10 18 0 0,-102 24 11 0 0,114-16-21 0 0,-15 3-4 0 0,90-18-5 0 0,-86 13 5 0 0,93-12-4 0 0,-14 4 3 0 0,-45 4 0 0 0,43-10-3 0 0,-51 6 2 0 0,50-2-3 0 0,0-2 0 0 0,-68-2 0 0 0,55-3 0 0 0,8 0 1 0 0,-46-8 0 0 0,-83-10 4 0 0,97 9-5 0 0,-3-1-3 0 0,60 10 1 0 0,-68-8 0 0 0,55 5 0 0 0,0 2 0 0 0,-41 0 0 0 0,56 2 0 0 0,-45-5 0 0 0,42 3 0 0 0,1 0 0 0 0,-19 1 0 0 0,24 2 0 0 0,-5 0 0 0 0,1 0 0 0 0,0-1 0 0 0,-25-4 0 0 0,5 2-1 0 0,31 2 0 0 0,0 0 0 0 0,0 0 0 0 0,0 0 0 0 0,0-1 0 0 0,0 0 0 0 0,-7-2 0 0 0,-1-2-5 0 0,0 0 0 0 0,0 1-1 0 0,-16-1 1 0 0,19 2 0 0 0,2 0 1 0 0,-1-1-1 0 0,0 0 1 0 0,1 0-1 0 0,-15-10 1 0 0,18 10-2 0 0,0-1 0 0 0,0 1 0 0 0,-7-9 1 0 0,-3-2-21 0 0,12 12 21 0 0,0-1 0 0 0,1 1-1 0 0,0-1 1 0 0,0 0-1 0 0,0 0 1 0 0,1 0 0 0 0,-1 0-1 0 0,-2-6 1 0 0,-8-19-41 0 0,8 18 28 0 0,0 0 0 0 0,-7-22 0 0 0,-9-24-18 0 0,3-14 0 0 0,-3-8 15 0 0,0-3-4 0 0,6 24 5 0 0,-6-4 7 0 0,13 39 5 0 0,-8-33 0 0 0,2 4 2 0 0,7 31 3 0 0,-4-29 1 0 0,-13-141-11 0 0,1 1 2 0 0,13 40 12 0 0,7 79 0 0 0,2-122 0 0 0,-5 26 0 0 0,-5 67 0 0 0,2 30 0 0 0,-29-266 40 0 0,15 162-16 0 0,23 170-23 0 0,-22-347 122 0 0,22 292-99 0 0,2-141 48 0 0,-9-133 141 0 0,1 174-124 0 0,4 95-59 0 0,-7-173 148 0 0,-20-1 19 0 0,20 193-167 0 0,-73-328 325 0 0,73 342-303 0 0,2 0 0 0 0,-4-39 0 0 0,10 53-22 0 0,0 0 1 0 0,1 0 0 0 0,1-1 0 0 0,1 1-1 0 0,6-31 1 0 0,2 6 5 0 0,-6 22-12 0 0,1-1 0 0 0,1 1 1 0 0,0 0-1 0 0,2 0 0 0 0,14-28 1 0 0,2 4 33 0 0,-15 25 10 0 0,19-29 0 0 0,-12 20-12 0 0,-13 23-42 0 0,0-1 1 0 0,0 1-1 0 0,0 0 1 0 0,0-1 0 0 0,1 2-1 0 0,0-1 1 0 0,8-8-1 0 0,-1 6 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51:40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3722 66 12960 0 0,'-217'-26'97'0'0,"-10"-1"262"0"0,-579 15 153 0 0,548 33-496 0 0,108-7-2 0 0,147-14-14 0 0,-257 28 18 0 0,0 14-18 0 0,182-32-8 0 0,-80 24 1 0 0,9 13-1 0 0,84-26 0 0 0,19-5 1 0 0,-75 39 0 0 0,-33 31 0 0 0,108-59 4 0 0,-23 17 2 0 0,-80 67-1 0 0,86-62-3 0 0,38-30 5 0 0,0 1-1 0 0,1 2 1 0 0,-25 29 0 0 0,-45 78-5 0 0,73-98 3 0 0,-12 18 0 0 0,2 2 0 0 0,3 1 0 0 0,-36 94 0 0 0,53-118 2 0 0,3 1-1 0 0,0 1 1 0 0,-6 51 0 0 0,9-29-5 0 0,2 65 0 0 0,6-62 0 0 0,1 1-1 0 0,4-1 0 0 0,1-1 1 0 0,3 1-1 0 0,2-2 0 0 0,3 0 1 0 0,25 55-1 0 0,-27-74-1 0 0,1-1 1 0 0,2 0-1 0 0,1-1 0 0 0,2-1 1 0 0,32 37-1 0 0,-12-25-7 0 0,53 44 1 0 0,58 33-9 0 0,-93-79 13 0 0,1-3 1 0 0,2-2-1 0 0,1-3 1 0 0,2-3-1 0 0,78 25 1 0 0,356 78-36 0 0,-156-76 27 0 0,-237-44 16 0 0,150 14-5 0 0,-22-18 5 0 0,-223-8 1 0 0,215 4 0 0 0,41-24 0 0 0,-184 12 0 0 0,92-14 4 0 0,214-55 1 0 0,-312 57 7 0 0,-1-3 1 0 0,-1-4 0 0 0,-1-2-1 0 0,128-71 1 0 0,-114 50-6 0 0,109-66 84 0 0,59-42 140 0 0,-214 131-183 0 0,-1-1-1 0 0,-2-2 1 0 0,-1-2 0 0 0,-1-1-1 0 0,-1-2 1 0 0,-3-1 0 0 0,47-64-1 0 0,25-59 375 0 0,-87 126-347 0 0,-2-1-1 0 0,-1 0 1 0 0,14-43-1 0 0,-13 21 80 0 0,-3 0 0 0 0,12-97 0 0 0,-22 108-18 0 0,-1 1-1 0 0,-3-1 1 0 0,-1 1 0 0 0,-10-55-1 0 0,1 44-10 0 0,-1 1 0 0 0,-4 0-1 0 0,-1 1 1 0 0,-3 0-1 0 0,-38-72 1 0 0,31 80 116 0 0,-58-70-1 0 0,55 76-176 0 0,-9-9 56 0 0,-3 2 0 0 0,-2 2 0 0 0,-85-65 0 0 0,101 87-37 0 0,-1 1 0 0 0,-1 2 0 0 0,-1 1 0 0 0,-49-20-1 0 0,34 20 2 0 0,-1 2-1 0 0,-83-15 0 0 0,22 14 5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51:42.9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2044 146 2400 0 0,'-4'-2'191'0'0,"-15"-3"-5"0"0,15 3 180 0 0,3 2-245 0 0,-10 3 0 0 0,11-3-70 0 0,-1 1 1 0 0,1-1-1 0 0,0 0 1 0 0,0 0-1 0 0,0 0 1 0 0,-1 0-1 0 0,1 0 0 0 0,0 0 1 0 0,0 0-1 0 0,-1 0 1 0 0,1 0-1 0 0,0 0 1 0 0,0 0-1 0 0,-1 0 0 0 0,1 0 1 0 0,0 0-1 0 0,0 0 1 0 0,-1 0-1 0 0,1 0 1 0 0,0 0-1 0 0,0 0 0 0 0,-1 0 1 0 0,1 0-1 0 0,0-1 1 0 0,0 1-1 0 0,0 0 1 0 0,-1 0-1 0 0,1 0 1 0 0,0 0-1 0 0,0 0 0 0 0,0-1 1 0 0,0 1-1 0 0,-1 0 1 0 0,1 0-1 0 0,-22-3 924 0 0,1 2-593 0 0,-11-1 380 0 0,24 1-552 0 0,-1 0 0 0 0,1 1 0 0 0,-10 0 0 0 0,10 1-111 0 0,-1-1 1 0 0,-14-2-1 0 0,10-1-43 0 0,8 2-27 0 0,1 0 0 0 0,-1 0-1 0 0,0 1 1 0 0,0-1 0 0 0,0 1-1 0 0,0 0 1 0 0,-5 1 0 0 0,-6 2 68 0 0,11-1-11 0 0,0-1 1 0 0,0 0-1 0 0,-1 0 0 0 0,1-1 0 0 0,-8 0 0 0 0,-8-2 215 0 0,14 1-175 0 0,1 0 0 0 0,-1 1 0 0 0,0 0 0 0 0,-9 1 0 0 0,-7 4 246 0 0,17-3-313 0 0,1 0 0 0 0,0-1 0 0 0,-10 1 0 0 0,3-2 1 0 0,6 0-22 0 0,0 0-1 0 0,0 1 1 0 0,0 0-1 0 0,0 0 1 0 0,-10 3-1 0 0,-4 5 66 0 0,13-6-31 0 0,0 0 1 0 0,0-1-1 0 0,-12 4 0 0 0,2-3 60 0 0,11-3-79 0 0,1 1 0 0 0,-1 0 0 0 0,1 0 1 0 0,0 1-1 0 0,0 0 0 0 0,-9 3 0 0 0,-3 6 85 0 0,12-7-110 0 0,1-1 0 0 0,-1 0 0 0 0,0-1 0 0 0,0 1 0 0 0,0-1 0 0 0,0 0 0 0 0,-6 1 0 0 0,-15 2 54 0 0,18-5-47 0 0,-1 2 1 0 0,1-1-1 0 0,-12 5 1 0 0,-5 5 40 0 0,14-6 5 0 0,-1-1 0 0 0,-18 6 1 0 0,-87 16 530 0 0,96-23-499 0 0,-37 1 1 0 0,-3 0 92 0 0,-10-1 153 0 0,14-1-21 0 0,31-2-236 0 0,16 0-63 0 0,1 1 1 0 0,0-1-1 0 0,0 1 0 0 0,-9 3 1 0 0,2 0 45 0 0,0 2 0 0 0,0 0 0 0 0,1 1 0 0 0,-1 0 1 0 0,2 1-1 0 0,-19 13 0 0 0,17-10-30 0 0,10-7-29 0 0,-1 1 0 0 0,1-1-1 0 0,0 1 1 0 0,1 0 0 0 0,-1 0 0 0 0,-8 12 0 0 0,-29 42 341 0 0,42-56-344 0 0,-1 0 1 0 0,0 0 0 0 0,1-1-1 0 0,-1 1 1 0 0,1 0 0 0 0,0 0-1 0 0,0 0 1 0 0,-1 6 0 0 0,1-5-2 0 0,0 0 0 0 0,0 0 0 0 0,0-1 0 0 0,-1 1 0 0 0,1 0 0 0 0,-3 3 0 0 0,1-4-1 0 0,1 1 0 0 0,0-1-1 0 0,0 1 1 0 0,0-1 0 0 0,1 1-1 0 0,-1 0 1 0 0,1 0 0 0 0,0 0-1 0 0,0 0 1 0 0,0 0 0 0 0,0 4-1 0 0,1-5 21 0 0,-1 1 0 0 0,0-1 0 0 0,0 0-1 0 0,0 0 1 0 0,0 0 0 0 0,-3 5-1 0 0,-3 11 170 0 0,6-17-190 0 0,1 0 1 0 0,-1 0-1 0 0,0 0 0 0 0,0 0 0 0 0,1-1 0 0 0,-1 1 0 0 0,0 0 1 0 0,-3 2-1 0 0,-2 6 25 0 0,2 0-6 0 0,3-6-4 0 0,0 0 0 0 0,-1 0-1 0 0,0-1 1 0 0,0 1 0 0 0,0-1 0 0 0,0 1-1 0 0,-5 5 1 0 0,4-5-4 0 0,0 0 0 0 0,0 0 1 0 0,0 1-1 0 0,1 0 0 0 0,-1-1 0 0 0,-2 9 0 0 0,-8 15 64 0 0,3-9-21 0 0,0 0 0 0 0,2 0 0 0 0,-9 32 0 0 0,5-16 53 0 0,-19 79 210 0 0,29-102-295 0 0,1 0 0 0 0,-1 21 0 0 0,2-19 23 0 0,-4 26 0 0 0,-2 25 56 0 0,2-17-35 0 0,0-7-27 0 0,4-29-41 0 0,-1 0 0 0 0,0 0 0 0 0,-1-1 1 0 0,-1 1-1 0 0,-6 21 0 0 0,0-12 20 0 0,0 0-1 0 0,0-1 1 0 0,-15 21 0 0 0,19-33-28 0 0,-9 14 50 0 0,-32 36-1 0 0,-24 14 64 0 0,66-68-115 0 0,0 0 1 0 0,1 1 0 0 0,0 0-1 0 0,-3 5 1 0 0,4-5-4 0 0,-1-1 0 0 0,1 0 0 0 0,-1 0 0 0 0,0 0 0 0 0,-4 4 0 0 0,5-6-1 0 0,-1 0 0 0 0,1 0 0 0 0,0 0-1 0 0,0 0 1 0 0,0 0 0 0 0,0 1 0 0 0,0-1 0 0 0,1 1 0 0 0,-1 0 0 0 0,1-1-1 0 0,0 1 1 0 0,-1 0 0 0 0,1 0 0 0 0,1 0 0 0 0,-1 0 0 0 0,0 0 0 0 0,0 6-1 0 0,0 1 6 0 0,1 0-1 0 0,0 0 0 0 0,0 0 0 0 0,1-1 1 0 0,0 1-1 0 0,1 0 0 0 0,0 0 1 0 0,1-1-1 0 0,6 17 0 0 0,15 45 30 0 0,-16-43-21 0 0,2-1 1 0 0,0 0 0 0 0,23 41-1 0 0,-21-45 0 0 0,-1 0 0 0 0,-1 1 0 0 0,12 43 0 0 0,-2-6 12 0 0,6 30 19 0 0,-17-64-37 0 0,-1-3 0 0 0,0 1 0 0 0,2-1 0 0 0,17 30 0 0 0,-24-49-8 0 0,1 0 0 0 0,-1-1 1 0 0,1 0-1 0 0,0 0 0 0 0,0 0 0 0 0,9 6 0 0 0,5 5 8 0 0,-4-5-3 0 0,-1 0 0 0 0,2-1 0 0 0,-1 0-1 0 0,1-2 1 0 0,28 12 0 0 0,-1 1 1 0 0,-29-13-1 0 0,23 8-1 0 0,21 2 25 0 0,94 15 0 0 0,-91-28-19 0 0,-22-3 2 0 0,-30 0-4 0 0,0-1 0 0 0,15-3 0 0 0,6 1 9 0 0,5-1 20 0 0,48-10-1 0 0,17-1 72 0 0,-76 11-85 0 0,-1-2-1 0 0,0 0 1 0 0,33-12 0 0 0,-3 1 43 0 0,-32 11-39 0 0,0-1 1 0 0,-1-1-1 0 0,1-1 1 0 0,-1-1-1 0 0,-1-1 1 0 0,23-14-1 0 0,-33 19-11 0 0,-1 0 0 0 0,2 0 0 0 0,8-3-1 0 0,-9 5-3 0 0,0-1 0 0 0,0 0 1 0 0,-1 0-1 0 0,9-7 0 0 0,-12 8-6 0 0,0 1 0 0 0,1-1 0 0 0,0 0 0 0 0,7-2 0 0 0,-8 4-2 0 0,0-1 0 0 0,0 0 0 0 0,-1 0 0 0 0,1 0 0 0 0,-1 0 0 0 0,1-1 0 0 0,4-3 0 0 0,-6 3-1 0 0,1 1 1 0 0,-1-1-1 0 0,1 1 1 0 0,-1 0-1 0 0,1 0 1 0 0,0 0-1 0 0,0 0 1 0 0,0 1-1 0 0,0-1 1 0 0,0 1-1 0 0,0 0 1 0 0,1 0-1 0 0,-1 0 1 0 0,0 0-1 0 0,1 0 0 0 0,-1 1 1 0 0,0-1-1 0 0,1 1 1 0 0,6 1-1 0 0,20-5 29 0 0,-23 3-25 0 0,-1 0 0 0 0,1 0 0 0 0,-1 1 0 0 0,1 0 0 0 0,9 1 0 0 0,0 3 21 0 0,-1 0 1 0 0,0 2-1 0 0,24 11 0 0 0,-7-3 33 0 0,3 0 3 0 0,1-1 0 0 0,43 9-1 0 0,-4-4 59 0 0,-48-11-54 0 0,51 7-1 0 0,-12-10 88 0 0,127-8 1 0 0,-137-2-87 0 0,-25 2 30 0 0,59 1 0 0 0,-86 3-96 0 0,61 5 153 0 0,78-6 0 0 0,-121 0-113 0 0,-1-2 0 0 0,0 0 0 0 0,27-9 0 0 0,-39 9-34 0 0,0 0 0 0 0,0-1 0 0 0,0 0 0 0 0,-1 0 0 0 0,0-1 0 0 0,0 0 0 0 0,0 0 0 0 0,-1-1 0 0 0,13-12 0 0 0,9-11 26 0 0,-15 16-18 0 0,-2 0-1 0 0,14-18 0 0 0,1 1 12 0 0,-20 24-17 0 0,0-1 1 0 0,9-13 0 0 0,25-44 70 0 0,-33 52-62 0 0,-1-2-1 0 0,0 1 1 0 0,6-18 0 0 0,-10 24-10 0 0,-1-2 2 0 0,0 0 1 0 0,0 0-1 0 0,0 1 0 0 0,0-10 1 0 0,1-6 11 0 0,-1-1 5 0 0,0 0 0 0 0,-2 0-1 0 0,-3-29 1 0 0,0-38 56 0 0,3 45-29 0 0,-3 0 1 0 0,-9-54-1 0 0,6 59-4 0 0,-6-47 102 0 0,-5 1 1 0 0,-40-126-1 0 0,28 134-47 0 0,11 31 1 0 0,-14-56 0 0 0,26 75-68 0 0,-12-42 40 0 0,15 62-69 0 0,-1 0 0 0 0,0 0 1 0 0,0 0-1 0 0,-11-16 0 0 0,-9-14 15 0 0,18 28-17 0 0,-1-1 0 0 0,-12-14-1 0 0,-57-65 28 0 0,43 53-24 0 0,19 21-10 0 0,-31-30 0 0 0,16 22-4 0 0,8 5 2 0 0,-44-30 0 0 0,-61-25 8 0 0,106 63-8 0 0,1-1 0 0 0,0-1 1 0 0,-26-27-1 0 0,-43-57 6 0 0,79 88-9 0 0,-5-5 3 0 0,-2 1 0 0 0,0 0 1 0 0,0 1-1 0 0,-1 1 0 0 0,-22-13 0 0 0,9 11 6 0 0,0 0 1 0 0,-54-16-1 0 0,71 26-6 0 0,-9-3 1 0 0,8 3-1 0 0,1 0 0 0 0,-17-3 0 0 0,-10-1 2 0 0,20 4 0 0 0,-25-3 1 0 0,10 4-2 0 0,14 1 5 0 0,-29-1 1 0 0,41 4-8 0 0,1-1 0 0 0,-17-4 1 0 0,-12 0 2 0 0,-74-3 8 0 0,99 7-13 0 0,1 0 1 0 0,-13-3-1 0 0,-15-1 7 0 0,16 3-6 0 0,8 1 3 0 0,-30 0-1 0 0,12 0-2 0 0,26 0 1 0 0,0 0 1 0 0,-15 1-1 0 0,5-1-1 0 0,15 1-1 0 0,0-1 0 0 0,0 1 0 0 0,0 0 0 0 0,-1 0 0 0 0,1 0 0 0 0,0 0 0 0 0,-3 1 0 0 0,-4 3 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51:45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1 159 9848 0 0,'3'14'-22'0'0,"0"-2"84"0"0,0 0 0 0 0,8 17-1 0 0,-10-25-25 0 0,2 0-1 0 0,-1 0 0 0 0,0 0 0 0 0,1 0 1 0 0,-1-1-1 0 0,1 1 0 0 0,0-1 1 0 0,0 0-1 0 0,1 0 0 0 0,6 5 1 0 0,4 2 52 0 0,-9-6-34 0 0,0 0-1 0 0,0 0 1 0 0,0-1 0 0 0,1 0-1 0 0,-1 0 1 0 0,1 0 0 0 0,0-1 0 0 0,0 0-1 0 0,9 2 1 0 0,13 1 115 0 0,-14-2-67 0 0,0 0 0 0 0,1-2 0 0 0,-1 0 0 0 0,21-1 0 0 0,13-1 452 0 0,-31 1-388 0 0,22-3 0 0 0,-2 0-15 0 0,9-1 68 0 0,0-4 48 0 0,-19 4-89 0 0,31-10 1 0 0,-23 5-63 0 0,-14 3 30 0 0,24-9 0 0 0,-23 7-43 0 0,-12 4-64 0 0,0 0 0 0 0,-1 0-1 0 0,0 0 1 0 0,9-7 0 0 0,-12 7-20 0 0,-1 1 1 0 0,1 0-1 0 0,-1 0 1 0 0,1 0-1 0 0,0 1 1 0 0,0-1-1 0 0,0 1 1 0 0,0 1 0 0 0,1-1-1 0 0,7 0 1 0 0,12-6 66 0 0,-22 7-71 0 0,0-1 1 0 0,0 1-1 0 0,0 0 1 0 0,0 0-1 0 0,-1 0 1 0 0,1 1-1 0 0,1-1 0 0 0,4 1 1 0 0,6 2 28 0 0,-9-1-30 0 0,-1 0 0 0 0,0-1-1 0 0,0 1 1 0 0,0-1 0 0 0,6-1 0 0 0,0-1 7 0 0,-8 2-12 0 0,0-1 0 0 0,0 0 1 0 0,1 1-1 0 0,-1 0 0 0 0,0 0 0 0 0,1 0 0 0 0,-1 0 0 0 0,5 1 1 0 0,3 3 20 0 0,-9-3-19 0 0,1 0 0 0 0,-1 0-1 0 0,1-1 1 0 0,-1 1 0 0 0,1-1-1 0 0,-1 1 1 0 0,1-1 0 0 0,0 0-1 0 0,2 0 1 0 0,-1-1 9 0 0,0 1 0 0 0,0 0 0 0 0,1 0 1 0 0,-1 0-1 0 0,0 0 0 0 0,0 1 0 0 0,0 0 1 0 0,0 0-1 0 0,0 0 0 0 0,0 0 0 0 0,-1 0 0 0 0,6 3 1 0 0,-7-3-12 0 0,0 0 0 0 0,0-1 0 0 0,0 1 0 0 0,0-1 1 0 0,0 0-1 0 0,0 1 0 0 0,1-1 0 0 0,-1 0 0 0 0,0 0 0 0 0,4-1 1 0 0,14 2 66 0 0,-11 1-45 0 0,-5-1 8 0 0,0 0-1 0 0,0 0 1 0 0,0-1-1 0 0,0 1 1 0 0,1-1 0 0 0,-1 0-1 0 0,6-1 1 0 0,47 1 404 0 0,-30-1-279 0 0,-23 2-114 0 0,1-1 0 0 0,-1 0 0 0 0,1-1 0 0 0,-1 1 0 0 0,8-3-1 0 0,6-1 141 0 0,-15 3-172 0 0,0 1 1 0 0,-1-1-1 0 0,1 1 0 0 0,-1-1 0 0 0,1 0 1 0 0,-1 0-1 0 0,1 0 0 0 0,-1 0 1 0 0,0-1-1 0 0,0 1 0 0 0,1-1 1 0 0,-1 1-1 0 0,0-1 0 0 0,3-3 0 0 0,-3 3 0 0 0,-1 1 0 0 0,1 0-1 0 0,0 0 1 0 0,-1-1-1 0 0,1 1 1 0 0,0 0-1 0 0,0 1 1 0 0,0-1-1 0 0,0 0 1 0 0,3 0-1 0 0,-3 0 14 0 0,1 0 0 0 0,-1 0 0 0 0,0 0 0 0 0,1 0 0 0 0,-1 0 0 0 0,0 0 0 0 0,0 0 0 0 0,3-3 0 0 0,15-10 252 0 0,-17 13-260 0 0,0 0 0 0 0,0-1-1 0 0,-1 0 1 0 0,1 0 0 0 0,-1 0-1 0 0,1 0 1 0 0,1-2-1 0 0,-1 1 10 0 0,0 1-1 0 0,0 0 1 0 0,0 0-1 0 0,0 0 0 0 0,0 0 1 0 0,1 0-1 0 0,-1 1 1 0 0,5-2-1 0 0,9-5 118 0 0,-11 6-88 0 0,-1 0-1 0 0,1 0 0 0 0,0 0 0 0 0,0 1 0 0 0,0 0 0 0 0,1 0 0 0 0,-1 0 0 0 0,0 1 0 0 0,9 0 0 0 0,4-1 181 0 0,3 5 7 0 0,-20-3-223 0 0,1-1-1 0 0,0 1 1 0 0,0 0 0 0 0,-1-1 0 0 0,1 0-1 0 0,4 0 1 0 0,18 3 150 0 0,-22-2-143 0 0,1 0 0 0 0,-1 0 0 0 0,0-1 1 0 0,0 0-1 0 0,0 0 0 0 0,7 0 0 0 0,51-4 361 0 0,-41 2-285 0 0,-18 2-90 0 0,0 0 1 0 0,1 0-1 0 0,-1 0 1 0 0,0 0-1 0 0,1-1 1 0 0,-1 1-1 0 0,0-1 1 0 0,1 1-1 0 0,-1-1 1 0 0,0 0-1 0 0,3-2 1 0 0,0 1 20 0 0,0 0-1 0 0,0 0 1 0 0,0 0 0 0 0,0 1 0 0 0,0-1 0 0 0,0 1 0 0 0,1 0 0 0 0,9 0-1 0 0,-8 1 17 0 0,0-1 0 0 0,-1 0-1 0 0,1 0 1 0 0,11-4-1 0 0,-16 4-37 0 0,0 1 0 0 0,1-1 0 0 0,-1 1-1 0 0,1-1 1 0 0,-1 1 0 0 0,0 0 0 0 0,1 0-1 0 0,2 0 1 0 0,16-2 66 0 0,-10-1-45 0 0,-7 1-18 0 0,1 1 0 0 0,0-1 0 0 0,0 1-1 0 0,0 0 1 0 0,0 1 0 0 0,5-1 0 0 0,18-2 85 0 0,-23 2-78 0 0,1 0-1 0 0,-1 0 0 0 0,1 1 1 0 0,10 0-1 0 0,-6 1 4 0 0,1-1-1 0 0,0 0 0 0 0,0-1 1 0 0,-1 0-1 0 0,15-3 0 0 0,-20 3-14 0 0,-1 1 1 0 0,1 0-1 0 0,-1 0 0 0 0,1 0 0 0 0,8 2 0 0 0,16 0 64 0 0,-14-5-34 0 0,-11 3-28 0 0,0-1-1 0 0,0 0 0 0 0,0 1 0 0 0,7 0 0 0 0,2 3 20 0 0,-10-3-26 0 0,0 1-1 0 0,0 0 0 0 0,0-1 1 0 0,1 0-1 0 0,-1 0 0 0 0,0 0 1 0 0,6-1-1 0 0,5-2 19 0 0,-9 2-16 0 0,0-1 0 0 0,0 1 0 0 0,0 1 0 0 0,6-1 0 0 0,2 1 26 0 0,0-1 1 0 0,0 0-1 0 0,24-5 0 0 0,-32 5-24 0 0,0 0 0 0 0,1 1 0 0 0,-1-1 0 0 0,0 1 0 0 0,10 1 0 0 0,-10 0-4 0 0,0-1-1 0 0,1 1 1 0 0,-1-2 0 0 0,0 1 0 0 0,8-2 0 0 0,0-1 9 0 0,-9 2-10 0 0,0 0 0 0 0,1 0 0 0 0,-1 0 0 0 0,1 0 0 0 0,7 1 0 0 0,4 0 23 0 0,0 0 0 0 0,1-1-1 0 0,21-4 1 0 0,-27 4-7 0 0,0 0 0 0 0,16 1 0 0 0,-15 0 0 0 0,0 0 1 0 0,15-2-1 0 0,-23 1-18 0 0,0 1 0 0 0,0 0 1 0 0,0 0-1 0 0,0 0 1 0 0,6 2-1 0 0,17 0 38 0 0,-21-3-38 0 0,-2 1 0 0 0,0-1 0 0 0,0 1 1 0 0,0 0-1 0 0,0 0 0 0 0,0 0 1 0 0,0 0-1 0 0,0 1 0 0 0,0-1 1 0 0,5 3-1 0 0,-6-3-1 0 0,-1 1 0 0 0,1-1 0 0 0,-1 1 1 0 0,1-1-1 0 0,0 0 0 0 0,-1 0 0 0 0,4 0 0 0 0,14 2 36 0 0,26 5 72 0 0,8 0-22 0 0,-44-6-68 0 0,-1 0 0 0 0,1 0 0 0 0,-1 0 0 0 0,1-1 0 0 0,13-2 0 0 0,-22 2-21 0 0,0 0 0 0 0,0 0-1 0 0,1 0 1 0 0,-1 0 0 0 0,0 0-1 0 0,0 0 1 0 0,0 0 0 0 0,0 0-1 0 0,0 1 1 0 0,0-1 0 0 0,1 1-1 0 0,0 0 1 0 0,15 2 60 0 0,-13-2-47 0 0,0 0 1 0 0,1 0-1 0 0,-1 0 1 0 0,0 0 0 0 0,0 0-1 0 0,0 1 1 0 0,0 0-1 0 0,-1 0 1 0 0,1 0 0 0 0,6 5-1 0 0,-6-4-2 0 0,-1-1 0 0 0,1 1 0 0 0,-1-1 0 0 0,1 0 0 0 0,7 3 0 0 0,-10-4-10 0 0,27 9 46 0 0,-23-9-40 0 0,-1 0 1 0 0,1 1-1 0 0,0 0 1 0 0,0 0-1 0 0,-1 0 1 0 0,1 1-1 0 0,5 3 1 0 0,23 16 63 0 0,-31-20-68 0 0,0 0-1 0 0,1-1 0 0 0,-1 1 0 0 0,0-1 1 0 0,1 0-1 0 0,4 2 0 0 0,12 6 34 0 0,-14-5-29 0 0,0-1 0 0 0,0-1 1 0 0,11 4-1 0 0,0 1 15 0 0,34 11 39 0 0,6 4-12 0 0,1 7 48 0 0,-52-26-92 0 0,1-1 0 0 0,0 1 0 0 0,0-1 1 0 0,1 0-1 0 0,-1 0 0 0 0,0 0 0 0 0,1-1 1 0 0,-1 0-1 0 0,0-1 0 0 0,1 1 1 0 0,-1-1-1 0 0,1 0 0 0 0,-1-1 0 0 0,11-2 1 0 0,6 0 31 0 0,-19 3-36 0 0,0 0 0 0 0,0 0 0 0 0,-1-1 0 0 0,1 0 0 0 0,0 0 0 0 0,-1 0 0 0 0,5-2 0 0 0,2-2 8 0 0,1 1 0 0 0,0-1 0 0 0,0 2 1 0 0,14-4-1 0 0,-14 5-2 0 0,-1-1 0 0 0,0 0 0 0 0,11-5 0 0 0,-18 7-7 0 0,0 0 1 0 0,0 0 0 0 0,1 0-1 0 0,-1 1 1 0 0,0-1-1 0 0,0 1 1 0 0,0 0-1 0 0,7 0 1 0 0,-7 0-1 0 0,1 0 1 0 0,0 0-1 0 0,-1 0 0 0 0,1 0 1 0 0,6-2-1 0 0,5-4 13 0 0,-11 5-11 0 0,0-1 0 0 0,0 1 0 0 0,0 0 0 0 0,-1 0 0 0 0,1 0 0 0 0,0 1 0 0 0,6-1 0 0 0,12 0 26 0 0,-17 0-19 0 0,1 0 0 0 0,0 1-1 0 0,0 0 1 0 0,-1 1 0 0 0,1-1 0 0 0,5 2-1 0 0,12 0 17 0 0,-19-2-20 0 0,1 0 0 0 0,-1 0 0 0 0,0 1 0 0 0,7 1 0 0 0,49 14 71 0 0,-52-14-71 0 0,-1 0 1 0 0,0 0 0 0 0,0 1-1 0 0,0 0 1 0 0,9 6-1 0 0,-8-5 3 0 0,1 0 1 0 0,-1 0-1 0 0,15 4 0 0 0,-14-6-4 0 0,18 5 18 0 0,0-1 0 0 0,50 5-1 0 0,-53-10-11 0 0,154 5 72 0 0,-125-7-67 0 0,241 7 12 0 0,-185 11-24 0 0,-64-9-6 0 0,2 1 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6T08:52:00.3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1598 4512 0 0,'19'-22'8'0'0,"14"-10"0"0"0,-14 15 189 0 0,-14 11-35 0 0,1 1 0 0 0,0 0 0 0 0,0 0 0 0 0,0 1 0 0 0,12-7 0 0 0,3-3 326 0 0,-17 11-436 0 0,0 1 0 0 0,0-1 0 0 0,0 1-1 0 0,0 0 1 0 0,6-3 0 0 0,4-1 134 0 0,0 0-1 0 0,0-1 1 0 0,-1-1 0 0 0,0 0 0 0 0,12-10-1 0 0,-13 10 49 0 0,0 1 0 0 0,0 1-1 0 0,1 0 1 0 0,18-6 0 0 0,-19 8 61 0 0,-4 2-154 0 0,-1 0-1 0 0,1 1 0 0 0,-1 0 0 0 0,1 0 1 0 0,-1 1-1 0 0,11 1 0 0 0,-5-1-6 0 0,-10 0-96 0 0,-1 0 0 0 0,0 1 0 0 0,0 0 0 0 0,0-1 0 0 0,1 1-1 0 0,-1 0 1 0 0,0 0 0 0 0,0 0 0 0 0,3 2 0 0 0,1 1 9 0 0,0-3 6 0 0,0 0 1 0 0,0 0 0 0 0,0-1 0 0 0,0 1 0 0 0,0-1 0 0 0,9-1-1 0 0,-10 0-5 0 0,0 1-1 0 0,-1-1 0 0 0,1 1 0 0 0,0 0 0 0 0,-1 1 1 0 0,1-1-1 0 0,-1 1 0 0 0,1 0 0 0 0,-1 0 0 0 0,6 2 1 0 0,5 2 124 0 0,-13-4-126 0 0,0-1-1 0 0,0 1 1 0 0,0-1 0 0 0,0 1 0 0 0,0 0-1 0 0,0 0 1 0 0,-1 0 0 0 0,4 1 0 0 0,9 9 194 0 0,-8-6-151 0 0,1 1 0 0 0,1-1 0 0 0,-1-1-1 0 0,1 1 1 0 0,0-1 0 0 0,0-1 0 0 0,0 1 0 0 0,13 3 0 0 0,-17-7-60 0 0,1 1 1 0 0,-1 0 0 0 0,1 0 0 0 0,-1 0 0 0 0,1-1 0 0 0,-1 0 1 0 0,1 0-1 0 0,-1 0 0 0 0,1 0 0 0 0,-1-1 0 0 0,1 1 0 0 0,7-4 0 0 0,-2 1 30 0 0,-4 1-11 0 0,0 0 1 0 0,0 0 0 0 0,0-1 0 0 0,-1 1-1 0 0,1-1 1 0 0,-1-1 0 0 0,10-7 0 0 0,23-26 200 0 0,-22 21 65 0 0,25-20 0 0 0,-36 33-245 0 0,1 0 1 0 0,0 0 0 0 0,0 1-1 0 0,0 0 1 0 0,0 0 0 0 0,0 0 0 0 0,0 1-1 0 0,12-1 1 0 0,5-2 175 0 0,-6 0-146 0 0,-9 3-51 0 0,-1 0 1 0 0,1-1-1 0 0,0 0 1 0 0,-1 0-1 0 0,1-1 1 0 0,-1 0-1 0 0,0 0 1 0 0,0-1-1 0 0,0 0 1 0 0,-1 0-1 0 0,8-6 0 0 0,50-38 328 0 0,-29 23-250 0 0,-14 11 72 0 0,40-19 0 0 0,-46 25-109 0 0,15-5 120 0 0,13-9 44 0 0,-14 8-85 0 0,-23 12-117 0 0,0-1 1 0 0,0 0 0 0 0,-1 0 0 0 0,8-5-1 0 0,85-78 526 0 0,-21 13-226 0 0,-74 70-344 0 0,62-61 184 0 0,-55 53-145 0 0,1-2 1 0 0,-2 1-1 0 0,15-26 0 0 0,-8 10 15 0 0,1 1-1 0 0,2 0 1 0 0,25-29-1 0 0,-6 15 53 0 0,45-38 1 0 0,-8 22 28 0 0,-30 24-78 0 0,-28 21-23 0 0,26-14-1 0 0,-8 5 10 0 0,-4 3 16 0 0,1 1-1 0 0,66-24 0 0 0,51 3 99 0 0,-97 26-93 0 0,-5 3 2 0 0,49-3 0 0 0,-59 8-27 0 0,-20 4-21 0 0,-1 0 0 0 0,0 0-1 0 0,22 5 1 0 0,3-1 23 0 0,-4 1 9 0 0,0 2 1 0 0,57 18-1 0 0,-57-14-17 0 0,-16-5-9 0 0,-1 1 0 0 0,1 2 0 0 0,-1 0-1 0 0,-1 1 1 0 0,0 0 0 0 0,0 2 0 0 0,-1 0 0 0 0,26 24 0 0 0,-36-29-19 0 0,-1 1 1 0 0,-1 0-1 0 0,1 1 1 0 0,-1-1-1 0 0,-1 1 1 0 0,7 14-1 0 0,22 62 54 0 0,-6-14-4 0 0,-10-24-44 0 0,-12-30-8 0 0,12 22 0 0 0,-6-15-3 0 0,-7-13 0 0 0,0-1 0 0 0,1 1 0 0 0,1-1 0 0 0,8 10 0 0 0,1-1 2 0 0,-9-10-2 0 0,1 0 0 0 0,16 15-1 0 0,19 8 23 0 0,-20-16-4 0 0,30 29 0 0 0,-17-9 36 0 0,-17-6-24 0 0,-13-20-21 0 0,14 18 0 0 0,10 18 39 0 0,-14-22-13 0 0,26 34 93 0 0,-17-26-33 0 0,-22-30-90 0 0,-1 1 0 0 0,0 0 1 0 0,0 0-1 0 0,0 0 0 0 0,0 1 1 0 0,-1-1-1 0 0,1 0 1 0 0,0 5-1 0 0,0-3 16 0 0,-2-4-25 0 0,1 0-1 0 0,-1 0 1 0 0,1 0 0 0 0,-1-1-1 0 0,1 1 1 0 0,-1 0 0 0 0,1 0 0 0 0,0-1-1 0 0,-1 1 1 0 0,1-1 0 0 0,0 1-1 0 0,-1 0 1 0 0,1-1 0 0 0,0 1-1 0 0,0-1 1 0 0,1 1 0 0 0,1 1 6 0 0,37 36 259 0 0,-33-30-213 0 0,1 0 0 0 0,-1 0-1 0 0,2-1 1 0 0,-1 0 0 0 0,1-1 0 0 0,0 0 0 0 0,14 7 0 0 0,1-3 40 0 0,1-1 0 0 0,0-1-1 0 0,34 5 1 0 0,61 8 231 0 0,-52-12-71 0 0,83 0 0 0 0,46-8 61 0 0,-125 1-162 0 0,1 3 1 0 0,117 24 0 0 0,-31 10 49 0 0,-120-31-148 0 0,0-2 0 0 0,76 3 0 0 0,-108-9-51 0 0,21 1 27 0 0,-13 1-13 0 0,1-1-1 0 0,0-1 1 0 0,-1-1-1 0 0,1 0 1 0 0,0-1-1 0 0,15-4 1 0 0,0-3 11 0 0,0-2 1 0 0,-1-1 0 0 0,33-18-1 0 0,145-86 59 0 0,-186 105-67 0 0,42-18 0 0 0,-51 26-14 0 0,0 0 1 0 0,1 0-1 0 0,-1 1 0 0 0,1 1 1 0 0,21 0-1 0 0,19-1 15 0 0,-26-1-12 0 0,60-9 31 0 0,-79 10-39 0 0,0-1 0 0 0,1 1 0 0 0,-1-2 0 0 0,0 1 1 0 0,-1-1-1 0 0,1-1 0 0 0,8-5 0 0 0,51-34 31 0 0,-36 24-12 0 0,40-32 1 0 0,-61 44-7 0 0,-1 0 1 0 0,1 1-1 0 0,21-10 1 0 0,-12 7 14 0 0,28-10 13 0 0,-35 15-22 0 0,0 0 0 0 0,15-9-1 0 0,-22 11-13 0 0,2-2 4 0 0,1 0-1 0 0,0 0 1 0 0,12-3 0 0 0,-18 7-9 0 0,1 0 0 0 0,0 0 0 0 0,-1 0-1 0 0,1 1 1 0 0,0-1 0 0 0,0 1 0 0 0,0 0 0 0 0,0 1 0 0 0,0-1 0 0 0,-1 0 0 0 0,1 1 0 0 0,5 1 0 0 0,-7-1-2 0 0,1 1 0 0 0,0-1 0 0 0,0 1 0 0 0,-1-1 0 0 0,1 1 0 0 0,-1 0 0 0 0,0 0 1 0 0,1 0-1 0 0,-1 0 0 0 0,0 0 0 0 0,0 0 0 0 0,0 1 0 0 0,2 3 0 0 0,4 6 10 0 0,10 23 1 0 0,0 0-4 0 0,-2-12-6 0 0,29 32 0 0 0,-25-32 0 0 0,-6-8 0 0 0,24 20 0 0 0,8 9-1 0 0,-29-25-2 0 0,-7-9 0 0 0,0 0 0 0 0,-2 1 0 0 0,1 0 0 0 0,10 18 0 0 0,33 75 0 0 0,-44-92 0 0 0,1 0 0 0 0,0-1 0 0 0,1 0 0 0 0,0-1 0 0 0,0 0 0 0 0,1-1 0 0 0,1 0 0 0 0,-1 0 0 0 0,2-1 0 0 0,-1-1 0 0 0,22 10 0 0 0,-17-7 0 0 0,-12-7 0 0 0,0-1 0 0 0,0 1 0 0 0,0-1 0 0 0,6 2 0 0 0,8 2 1 0 0,25 12 0 0 0,-28-10 1 0 0,0-2 0 0 0,22 6 0 0 0,1-1 7 0 0,-30-8-6 0 0,0 0 1 0 0,0-1-1 0 0,0 0 1 0 0,1 0 0 0 0,-1-1-1 0 0,1-1 1 0 0,18 0-1 0 0,-1-3 3 0 0,-1 1 3 0 0,0-2 1 0 0,-1 0-1 0 0,27-9 0 0 0,-18 4 3 0 0,-24 6-7 0 0,1 1-1 0 0,17-8 1 0 0,5-1 13 0 0,-26 9-16 0 0,1-1 1 0 0,-1 1-1 0 0,1-1 1 0 0,10-7-1 0 0,-8 5 5 0 0,-1 0-1 0 0,22-8 1 0 0,4-1 5 0 0,-16 4-3 0 0,43-23 22 0 0,26-17 12 0 0,-59 36-16 0 0,6-3-9 0 0,9-11 14 0 0,-21 16-8 0 0,21-18 0 0 0,140-129 97 0 0,40-54 71 0 0,-130 119-72 0 0,-56 53-74 0 0,72-70 76 0 0,-35 30-60 0 0,-48 55-45 0 0,92-77 87 0 0,-105 93-97 0 0,182-126 137 0 0,-133 97-107 0 0,63-33 39 0 0,176-89 84 0 0,-291 154-154 0 0,68-43 20 0 0,-64 40-14 0 0,1 1-1 0 0,29-12 1 0 0,-9 5 1 0 0,-22 10-7 0 0,2 0-1 0 0,-1 1 0 0 0,29-5 1 0 0,-2 1 4 0 0,38-6 6 0 0,-33 8-7 0 0,-34 5-2 0 0,-1 1-1 0 0,15 1 1 0 0,14-2-3 0 0,-19 1 4 0 0,0 0-1 0 0,37 5 1 0 0,-19-1-8 0 0,-30-2 2 0 0,1 1-1 0 0,-1 0 1 0 0,19 6 0 0 0,-16-4-2 0 0,24 5 1 0 0,-17-7 1 0 0,-1 2 0 0 0,1 0 0 0 0,-1 1-1 0 0,0 1 1 0 0,-1 1 0 0 0,1 0 0 0 0,30 19 0 0 0,-1 2 8 0 0,72 33-1 0 0,-51-28-11 0 0,98 46 2 0 0,-143-67 0 0 0,-8-5 0 0 0,-1 2 0 0 0,22 13 0 0 0,-22-10 0 0 0,-4-4 0 0 0,-1 0 0 0 0,0 0 0 0 0,9 11 0 0 0,-5-4 0 0 0,-2 1 0 0 0,17 26 0 0 0,-13-16 0 0 0,2-2 0 0 0,33 37 0 0 0,-10-14 0 0 0,-9-12 0 0 0,62 54 0 0 0,-46-45 0 0 0,-37-34 0 0 0,-1 1 0 0 0,-1 0 0 0 0,0 1 0 0 0,10 15 0 0 0,24 55 0 0 0,-3-10 1 0 0,-19-37-15 0 0,-16-27 12 0 0,1-1 1 0 0,1 1 0 0 0,-1-1 0 0 0,1 0-1 0 0,0-1 1 0 0,1 0 0 0 0,0 0-1 0 0,16 9 1 0 0,-12-6 1 0 0,-6-6-4 0 0,-1 0 0 0 0,1-1 1 0 0,8 4-1 0 0,14 6-12 0 0,-23-9 12 0 0,0 1 1 0 0,1-1-1 0 0,-1 1 0 0 0,0 1 0 0 0,-1-1 1 0 0,1 1-1 0 0,-1-1 0 0 0,0 1 1 0 0,0 1-1 0 0,-1-1 0 0 0,1 0 0 0 0,-1 1 1 0 0,0 0-1 0 0,2 6 0 0 0,8 24-25 0 0,11 53-1 0 0,-5-17 10 0 0,-18-66 20 0 0,1-1-1 0 0,0 1 0 0 0,1-1 1 0 0,-1 0-1 0 0,1 0 0 0 0,0 0 1 0 0,0 0-1 0 0,1-1 0 0 0,-1 1 1 0 0,1-1-1 0 0,0 0 0 0 0,0 0 1 0 0,1 0-1 0 0,-1 0 0 0 0,1-1 1 0 0,0 0-1 0 0,-1 0 0 0 0,2 0 1 0 0,-1 0-1 0 0,0-1 0 0 0,0 0 1 0 0,1 0-1 0 0,-1 0 0 0 0,1-1 1 0 0,6 1-1 0 0,5-1 1 0 0,1 0 0 0 0,0-1 0 0 0,0-1 0 0 0,0 0 0 0 0,31-8 0 0 0,46-16 0 0 0,-44 11 0 0 0,-27 8 5 0 0,0 1-1 0 0,0 2 1 0 0,1 0-1 0 0,27 1 1 0 0,93 8 12 0 0,-110-4-12 0 0,0-1 1 0 0,1-2-1 0 0,-1-2 0 0 0,0-1 0 0 0,40-10 0 0 0,-26 2 7 0 0,-1-3-1 0 0,93-42 0 0 0,-106 43-6 0 0,1 2 0 0 0,52-12-1 0 0,-82 22-3 0 0,67-13 11 0 0,133-9 0 0 0,-142 19-18 0 0,-1-3 0 0 0,-1-3 0 0 0,74-22 0 0 0,-30 5-26 0 0,-78 21 4 0 0,0 1 0 0 0,48-4-1 0 0,-44 6-21 0 0,-19 3 17 0 0,1 1-1 0 0,-1 0 0 0 0,26 4 1 0 0,-29-2 8 0 0,1 0 1 0 0,-1 0-1 0 0,1 1 0 0 0,-1 1 1 0 0,0 0-1 0 0,0 0 1 0 0,-1 1-1 0 0,1 0 0 0 0,-1 1 1 0 0,14 11-1 0 0,-13-10-15 0 0,-1-1 0 0 0,1 0 0 0 0,14 6-1 0 0,6 3-21 0 0,-15-6 14 0 0,0 2-1 0 0,0-1 1 0 0,-1 2-1 0 0,-1 0 1 0 0,0 1-1 0 0,14 16 0 0 0,-19-20 28 0 0,0-1-1 0 0,1 0 1 0 0,-1 0-1 0 0,2-1 1 0 0,-1 0-1 0 0,1-1 1 0 0,0 0-1 0 0,1 0 0 0 0,-1-1 1 0 0,1-1-1 0 0,0 0 1 0 0,14 4-1 0 0,-11-5 5 0 0,0 0 0 0 0,1-1 0 0 0,-1-1 0 0 0,1 0 0 0 0,-1-1 0 0 0,1 0 0 0 0,0-1 0 0 0,-1-1 0 0 0,19-4 0 0 0,0-2-13 0 0,-1-2 0 0 0,-1-1-1 0 0,0-2 1 0 0,51-27 0 0 0,54-37-27 0 0,-101 54 50 0 0,-25 16 7 0 0,1 0 0 0 0,18-9 0 0 0,-26 15 0 0 0,1-1 0 0 0,-1 1 0 0 0,1 0 0 0 0,0 0 0 0 0,-1 0 0 0 0,1 1 0 0 0,0-1 0 0 0,0 1 0 0 0,0 0 0 0 0,-1 0 0 0 0,1 0 0 0 0,0 0 0 0 0,3 2 0 0 0,15 3 0 0 0,0-1 0 0 0,34 13 0 0 0,3 4 1 0 0,-30-12 3 0 0,41 20-1 0 0,-34-12 5 0 0,2-3 0 0 0,54 15 0 0 0,-45-15 6 0 0,6 1-6 0 0,57 20 9 0 0,70 32 2 0 0,-115-39-13 0 0,-32-17-1 0 0,-19-6-4 0 0,1-1 0 0 0,18 4 0 0 0,-20-6-1 0 0,0 0 0 0 0,0-1 0 0 0,-1-1 0 0 0,1 0 0 0 0,0-1 0 0 0,0 0 0 0 0,0-1 0 0 0,22-6 0 0 0,86-27 0 0 0,-82 22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EE615-04DF-4142-8B33-EF0FCE4F93E5}" type="datetime1">
              <a:rPr lang="de-DE" smtClean="0"/>
              <a:pPr/>
              <a:t>06.10.2026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 descr="Ein Bild, das weiß, Design, Kunst enthält.&#10;&#10;KI-generierte Inhalte können fehlerhaft sein.">
            <a:extLst>
              <a:ext uri="{FF2B5EF4-FFF2-40B4-BE49-F238E27FC236}">
                <a16:creationId xmlns:a16="http://schemas.microsoft.com/office/drawing/2014/main" id="{DBD8102E-E41E-1226-5FCC-07A17AF777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7"/>
          <a:stretch/>
        </p:blipFill>
        <p:spPr>
          <a:xfrm>
            <a:off x="0" y="0"/>
            <a:ext cx="12192000" cy="699135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D026FA2-D656-5742-A409-0FD791FF4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" y="1801653"/>
            <a:ext cx="8735060" cy="22831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1A2D62C-011C-421D-A137-5CDD11ADF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140" y="4188778"/>
            <a:ext cx="873506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2309768-3AB1-C2F3-0AF1-DE2EAC4825BB}"/>
              </a:ext>
            </a:extLst>
          </p:cNvPr>
          <p:cNvCxnSpPr>
            <a:cxnSpLocks/>
          </p:cNvCxnSpPr>
          <p:nvPr userDrawn="1"/>
        </p:nvCxnSpPr>
        <p:spPr>
          <a:xfrm>
            <a:off x="358140" y="4139407"/>
            <a:ext cx="5334000" cy="0"/>
          </a:xfrm>
          <a:prstGeom prst="line">
            <a:avLst/>
          </a:prstGeom>
          <a:ln w="28575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19A9DA63-AB07-ECFA-6D56-3DE755E1BA41}"/>
              </a:ext>
            </a:extLst>
          </p:cNvPr>
          <p:cNvSpPr/>
          <p:nvPr userDrawn="1"/>
        </p:nvSpPr>
        <p:spPr>
          <a:xfrm>
            <a:off x="8111537" y="6044596"/>
            <a:ext cx="3022900" cy="61621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räne 4">
            <a:extLst>
              <a:ext uri="{FF2B5EF4-FFF2-40B4-BE49-F238E27FC236}">
                <a16:creationId xmlns:a16="http://schemas.microsoft.com/office/drawing/2014/main" id="{C7AC6466-164E-CD8B-9243-EAB9F6107127}"/>
              </a:ext>
            </a:extLst>
          </p:cNvPr>
          <p:cNvSpPr/>
          <p:nvPr userDrawn="1"/>
        </p:nvSpPr>
        <p:spPr>
          <a:xfrm>
            <a:off x="9397013" y="5018928"/>
            <a:ext cx="1016143" cy="1016143"/>
          </a:xfrm>
          <a:prstGeom prst="teardrop">
            <a:avLst/>
          </a:prstGeom>
          <a:solidFill>
            <a:srgbClr val="CD1313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obere Ecken abgerundet 5">
            <a:extLst>
              <a:ext uri="{FF2B5EF4-FFF2-40B4-BE49-F238E27FC236}">
                <a16:creationId xmlns:a16="http://schemas.microsoft.com/office/drawing/2014/main" id="{67E45C4F-6AC9-81FE-9FB6-4F5396A27C54}"/>
              </a:ext>
            </a:extLst>
          </p:cNvPr>
          <p:cNvSpPr/>
          <p:nvPr userDrawn="1"/>
        </p:nvSpPr>
        <p:spPr>
          <a:xfrm rot="5400000">
            <a:off x="9852780" y="4762939"/>
            <a:ext cx="1842033" cy="7212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F990C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räne 6">
            <a:extLst>
              <a:ext uri="{FF2B5EF4-FFF2-40B4-BE49-F238E27FC236}">
                <a16:creationId xmlns:a16="http://schemas.microsoft.com/office/drawing/2014/main" id="{59C12670-0B71-961E-622A-BDBA91DA679A}"/>
              </a:ext>
            </a:extLst>
          </p:cNvPr>
          <p:cNvSpPr/>
          <p:nvPr userDrawn="1"/>
        </p:nvSpPr>
        <p:spPr>
          <a:xfrm>
            <a:off x="11134437" y="3973644"/>
            <a:ext cx="1842034" cy="1842034"/>
          </a:xfrm>
          <a:prstGeom prst="teardrop">
            <a:avLst/>
          </a:prstGeom>
          <a:solidFill>
            <a:srgbClr val="1943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räne 8">
            <a:extLst>
              <a:ext uri="{FF2B5EF4-FFF2-40B4-BE49-F238E27FC236}">
                <a16:creationId xmlns:a16="http://schemas.microsoft.com/office/drawing/2014/main" id="{834475F0-DE9C-7713-DF73-43F9397771FB}"/>
              </a:ext>
            </a:extLst>
          </p:cNvPr>
          <p:cNvSpPr/>
          <p:nvPr userDrawn="1"/>
        </p:nvSpPr>
        <p:spPr>
          <a:xfrm rot="16200000">
            <a:off x="11134437" y="5815678"/>
            <a:ext cx="1133763" cy="1133763"/>
          </a:xfrm>
          <a:prstGeom prst="teardrop">
            <a:avLst/>
          </a:prstGeom>
          <a:solidFill>
            <a:srgbClr val="0F990C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CF954D0-37F6-2F2C-66E6-31263A2696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6690" y="399119"/>
            <a:ext cx="8321964" cy="97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7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8">
          <p15:clr>
            <a:srgbClr val="FBAE40"/>
          </p15:clr>
        </p15:guide>
        <p15:guide id="2" pos="588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fik 19" descr="Ein Bild, das weiß, Design, Kunst enthält.&#10;&#10;KI-generierte Inhalte können fehlerhaft sein.">
            <a:extLst>
              <a:ext uri="{FF2B5EF4-FFF2-40B4-BE49-F238E27FC236}">
                <a16:creationId xmlns:a16="http://schemas.microsoft.com/office/drawing/2014/main" id="{4CD12FE6-BACC-8D6C-9611-18479E6042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7"/>
          <a:stretch/>
        </p:blipFill>
        <p:spPr>
          <a:xfrm>
            <a:off x="0" y="0"/>
            <a:ext cx="12192000" cy="6991350"/>
          </a:xfrm>
          <a:prstGeom prst="rect">
            <a:avLst/>
          </a:prstGeom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E256F9DF-099C-5027-D9A5-DC9B379D3C4A}"/>
              </a:ext>
            </a:extLst>
          </p:cNvPr>
          <p:cNvSpPr/>
          <p:nvPr userDrawn="1"/>
        </p:nvSpPr>
        <p:spPr>
          <a:xfrm flipV="1">
            <a:off x="0" y="3342071"/>
            <a:ext cx="9372600" cy="258508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338DFD7-58B3-4BAC-6325-1555006EFB38}"/>
              </a:ext>
            </a:extLst>
          </p:cNvPr>
          <p:cNvSpPr/>
          <p:nvPr userDrawn="1"/>
        </p:nvSpPr>
        <p:spPr>
          <a:xfrm flipV="1">
            <a:off x="0" y="3342071"/>
            <a:ext cx="9372600" cy="2585085"/>
          </a:xfrm>
          <a:prstGeom prst="rect">
            <a:avLst/>
          </a:prstGeom>
          <a:solidFill>
            <a:srgbClr val="C7CA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20946" y="3731322"/>
            <a:ext cx="9036513" cy="830581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algn="l">
              <a:defRPr sz="3600" b="1" spc="2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0"/>
            <a:r>
              <a:rPr lang="de-DE" noProof="0" dirty="0"/>
              <a:t>Mastertitelformat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5586" y="4705360"/>
            <a:ext cx="9036513" cy="1002020"/>
          </a:xfrm>
          <a:prstGeom prst="rect">
            <a:avLst/>
          </a:prstGeo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de-DE" noProof="0" dirty="0"/>
              <a:t>Master-Untertitelformat bearbeiten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51FBC56-60D7-4730-1A65-135F655549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6690" y="399119"/>
            <a:ext cx="8321964" cy="9746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F5831A71-98A1-CB88-1AC0-AE0D21D65980}"/>
              </a:ext>
            </a:extLst>
          </p:cNvPr>
          <p:cNvCxnSpPr>
            <a:cxnSpLocks/>
          </p:cNvCxnSpPr>
          <p:nvPr userDrawn="1"/>
        </p:nvCxnSpPr>
        <p:spPr>
          <a:xfrm>
            <a:off x="985419" y="1881487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C410E52D-A003-3CAC-08F2-8710D0B73F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85419" y="1513189"/>
            <a:ext cx="9720072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019C591D-864B-EE86-1040-91432FB76C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4884" y="1881321"/>
            <a:ext cx="9720071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0C3BC8E3-61C8-BD39-05E4-F8FA82E94583}"/>
              </a:ext>
            </a:extLst>
          </p:cNvPr>
          <p:cNvCxnSpPr>
            <a:cxnSpLocks/>
          </p:cNvCxnSpPr>
          <p:nvPr userDrawn="1"/>
        </p:nvCxnSpPr>
        <p:spPr>
          <a:xfrm>
            <a:off x="985419" y="3335168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platzhalter 27">
            <a:extLst>
              <a:ext uri="{FF2B5EF4-FFF2-40B4-BE49-F238E27FC236}">
                <a16:creationId xmlns:a16="http://schemas.microsoft.com/office/drawing/2014/main" id="{4A12A037-A41B-61EA-7502-2EF45D6D4F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85419" y="2966870"/>
            <a:ext cx="9719536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5BAD0ADE-435A-92A5-1EF2-3250A88132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84885" y="3335002"/>
            <a:ext cx="9719536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7065094F-5D4E-74D9-1D89-4DA6AABCAB49}"/>
              </a:ext>
            </a:extLst>
          </p:cNvPr>
          <p:cNvCxnSpPr>
            <a:cxnSpLocks/>
          </p:cNvCxnSpPr>
          <p:nvPr userDrawn="1"/>
        </p:nvCxnSpPr>
        <p:spPr>
          <a:xfrm>
            <a:off x="985419" y="4788849"/>
            <a:ext cx="2705100" cy="0"/>
          </a:xfrm>
          <a:prstGeom prst="line">
            <a:avLst/>
          </a:prstGeom>
          <a:ln w="28575" cap="rnd">
            <a:solidFill>
              <a:srgbClr val="FF93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9CDD1638-0FD1-67CB-EA36-44A54652DC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419" y="4420551"/>
            <a:ext cx="9719002" cy="3683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9B7DBD4D-0466-8C9E-D7A5-08646A94CA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4884" y="4788683"/>
            <a:ext cx="9719001" cy="1008062"/>
          </a:xfrm>
          <a:prstGeom prst="rect">
            <a:avLst/>
          </a:prstGeom>
        </p:spPr>
        <p:txBody>
          <a:bodyPr/>
          <a:lstStyle>
            <a:lvl2pPr>
              <a:defRPr/>
            </a:lvl2pPr>
            <a:lvl3pPr marL="310896" indent="0">
              <a:buNone/>
              <a:defRPr/>
            </a:lvl3pPr>
          </a:lstStyle>
          <a:p>
            <a:pPr lvl="1"/>
            <a:r>
              <a:rPr lang="de-DE" dirty="0"/>
              <a:t>Zweite Ebene</a:t>
            </a:r>
          </a:p>
          <a:p>
            <a:pPr lvl="1"/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4954BE9-E2D0-524E-E425-AC2211C2D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Datumsplatzhalter 5">
            <a:extLst>
              <a:ext uri="{FF2B5EF4-FFF2-40B4-BE49-F238E27FC236}">
                <a16:creationId xmlns:a16="http://schemas.microsoft.com/office/drawing/2014/main" id="{C46098A6-555D-4262-0CC8-FDAA508FB3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5B2D88E6-A1D0-4AD3-BA41-A82541C3267E}" type="datetime1">
              <a:rPr lang="de-DE" smtClean="0"/>
              <a:t>06.10.2026</a:t>
            </a:fld>
            <a:endParaRPr lang="de-DE"/>
          </a:p>
        </p:txBody>
      </p:sp>
      <p:sp>
        <p:nvSpPr>
          <p:cNvPr id="8" name="Fußzeilenplatzhalter 6">
            <a:extLst>
              <a:ext uri="{FF2B5EF4-FFF2-40B4-BE49-F238E27FC236}">
                <a16:creationId xmlns:a16="http://schemas.microsoft.com/office/drawing/2014/main" id="{52D5CE9D-DF11-6622-4575-EF76E0AE5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9" name="Foliennummernplatzhalter 7">
            <a:extLst>
              <a:ext uri="{FF2B5EF4-FFF2-40B4-BE49-F238E27FC236}">
                <a16:creationId xmlns:a16="http://schemas.microsoft.com/office/drawing/2014/main" id="{4CFF7114-95C6-3C55-2E17-BF2BC71D1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6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7BDB177-C965-1AE1-3E0A-C77034C1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5B2D88E6-A1D0-4AD3-BA41-A82541C3267E}" type="datetime1">
              <a:rPr lang="de-DE" smtClean="0"/>
              <a:t>06.10.2026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5BB0536-8E22-33B0-CE98-8F463F1B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0340307-21AD-0775-38EF-30459841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6D34F13-8D41-B937-54DE-7674A43E3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456" y="2019335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0121BEB2-2FD6-F0FD-0457-C2ABCEA49D6B}"/>
              </a:ext>
            </a:extLst>
          </p:cNvPr>
          <p:cNvCxnSpPr>
            <a:cxnSpLocks/>
          </p:cNvCxnSpPr>
          <p:nvPr userDrawn="1"/>
        </p:nvCxnSpPr>
        <p:spPr>
          <a:xfrm>
            <a:off x="2270678" y="1835082"/>
            <a:ext cx="0" cy="885824"/>
          </a:xfrm>
          <a:prstGeom prst="line">
            <a:avLst/>
          </a:prstGeom>
          <a:ln w="38100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2EFAB0C6-503A-C1B1-0317-D2145FAC0EB3}"/>
              </a:ext>
            </a:extLst>
          </p:cNvPr>
          <p:cNvSpPr txBox="1"/>
          <p:nvPr userDrawn="1"/>
        </p:nvSpPr>
        <p:spPr>
          <a:xfrm>
            <a:off x="1264837" y="1723996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rgbClr val="FF7F00"/>
                </a:solidFill>
                <a:latin typeface="LMSans10-Regular"/>
              </a:rPr>
              <a:t>01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ACD874C5-6252-3A1D-2830-45B52B9F8B7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415456" y="3170341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E983AE0F-336F-D275-4E18-1F85D69F0E7D}"/>
              </a:ext>
            </a:extLst>
          </p:cNvPr>
          <p:cNvCxnSpPr>
            <a:cxnSpLocks/>
          </p:cNvCxnSpPr>
          <p:nvPr userDrawn="1"/>
        </p:nvCxnSpPr>
        <p:spPr>
          <a:xfrm>
            <a:off x="2270678" y="2986088"/>
            <a:ext cx="0" cy="885824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C9B4C699-8EB5-F4FF-3048-DFCAE973A61D}"/>
              </a:ext>
            </a:extLst>
          </p:cNvPr>
          <p:cNvSpPr txBox="1"/>
          <p:nvPr userDrawn="1"/>
        </p:nvSpPr>
        <p:spPr>
          <a:xfrm>
            <a:off x="1264837" y="2875002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chemeClr val="bg1">
                    <a:lumMod val="75000"/>
                  </a:schemeClr>
                </a:solidFill>
                <a:latin typeface="LMSans10-Regular"/>
              </a:rPr>
              <a:t>02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75BD7E31-E992-A161-81FB-80FCE9072BF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415456" y="4321347"/>
            <a:ext cx="5772192" cy="5173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8B8D0EEC-1766-370F-4CB3-EC7B6BA31DF2}"/>
              </a:ext>
            </a:extLst>
          </p:cNvPr>
          <p:cNvCxnSpPr>
            <a:cxnSpLocks/>
          </p:cNvCxnSpPr>
          <p:nvPr userDrawn="1"/>
        </p:nvCxnSpPr>
        <p:spPr>
          <a:xfrm>
            <a:off x="2270678" y="4137094"/>
            <a:ext cx="0" cy="885824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95969B95-5FB2-23A2-F3B5-D3321E183C49}"/>
              </a:ext>
            </a:extLst>
          </p:cNvPr>
          <p:cNvSpPr txBox="1"/>
          <p:nvPr userDrawn="1"/>
        </p:nvSpPr>
        <p:spPr>
          <a:xfrm>
            <a:off x="1264837" y="4026008"/>
            <a:ext cx="11506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b="1" dirty="0">
                <a:solidFill>
                  <a:schemeClr val="bg1">
                    <a:lumMod val="75000"/>
                  </a:schemeClr>
                </a:solidFill>
                <a:latin typeface="LMSans10-Regula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9471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Einbet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7BDB177-C965-1AE1-3E0A-C77034C1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24CB6AD2-413F-4AB9-A47A-0E330C65B786}" type="datetime1">
              <a:rPr lang="de-DE" smtClean="0"/>
              <a:t>06.10.2026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5BB0536-8E22-33B0-CE98-8F463F1B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0340307-21AD-0775-38EF-30459841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470BD9E-D85D-8C77-B129-3B354B48BDFC}"/>
              </a:ext>
            </a:extLst>
          </p:cNvPr>
          <p:cNvSpPr/>
          <p:nvPr userDrawn="1"/>
        </p:nvSpPr>
        <p:spPr>
          <a:xfrm>
            <a:off x="929639" y="1413510"/>
            <a:ext cx="4937761" cy="40309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7A3ABD2-DF22-2096-5FFA-F0C15E9A3114}"/>
              </a:ext>
            </a:extLst>
          </p:cNvPr>
          <p:cNvSpPr txBox="1"/>
          <p:nvPr userDrawn="1"/>
        </p:nvSpPr>
        <p:spPr>
          <a:xfrm>
            <a:off x="419100" y="1413510"/>
            <a:ext cx="457200" cy="39703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ED62C8D-DAFA-6CD9-032B-2719811D9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460" y="1474172"/>
            <a:ext cx="4762500" cy="39096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latin typeface="Consolas" panose="020B0609020204030204" pitchFamily="49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89A4D81-2710-C76B-AE50-F243B68492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413510"/>
            <a:ext cx="5448300" cy="46291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40490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E1E57D-A066-DB1E-6CFA-555D2557D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A16788-64DA-8761-29A2-6993FF3FA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40615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4114386-59BC-35BF-7DC2-78E216E068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B31A16E5-DAB7-476F-ABBC-9B4B2EF12B62}" type="datetime1">
              <a:rPr lang="de-DE" smtClean="0"/>
              <a:t>06.10.2026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91EB95-9411-D182-24D2-3CF38570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27955CF-B30F-49A9-3883-6E3EC1DD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63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EE770E-B3FE-784F-04CB-9CE5E8DE5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25033B-4073-C08B-B939-39E8C9774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2BA1AD-D34F-5C46-6733-021A9F1DA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AB082147-3174-BC7A-4A38-0F73ABC2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F6846A29-A99E-407E-919D-CAFB8EF79851}" type="datetime1">
              <a:rPr lang="de-DE" smtClean="0"/>
              <a:t>06.10.2026</a:t>
            </a:fld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80FCD1F-DF92-DD5E-A67E-7E484E4ED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05C9AD4E-3755-7EFD-EB0E-A7B78E6E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9047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E401ED-7B9A-31AD-9700-B6F578A22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948ED95-B2B4-5BF6-4A79-BED6ED9AC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6450FB-E994-9ECF-4D11-BD7B708DE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9A43200-3A87-45C7-BAC5-C7CEEF93E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4BB61C0E-3EDD-DCAE-8064-4026820EF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E914F760-BA8C-FCFC-9B81-A28E6675BA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05C427E9-F640-4066-8A1A-E369756E934A}" type="datetime1">
              <a:rPr lang="de-DE" smtClean="0"/>
              <a:t>06.10.2026</a:t>
            </a:fld>
            <a:endParaRPr lang="de-DE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0F472136-3BFF-6DF8-6F21-11154B7E3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544F3753-AFB7-A468-5335-A1D81C14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3133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7BCCC-BA50-895D-7326-A1C75F1F0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AB2E684-1884-9997-9EEE-11A6EAFBC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7FCD0258-6618-4A2D-BDD5-6E568241F937}" type="datetime1">
              <a:rPr lang="de-DE" smtClean="0"/>
              <a:t>06.10.2026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F3D278AC-6940-E8B2-75F6-742CFA50A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794A9E3-7037-5711-3B5A-34325FDEF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75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302247-C990-A8E0-5621-2C04A984F7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/>
          <a:lstStyle/>
          <a:p>
            <a:fld id="{C45447BE-A639-4F18-9307-2F0370689CF1}" type="datetime1">
              <a:rPr lang="de-DE" smtClean="0"/>
              <a:t>06.10.2026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A842EB-AC25-E76A-6058-F190AD858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[Name], [Vorname] | [Thema]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9D4A81-3024-444E-3B32-A0E0A35EC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/>
          <a:lstStyle/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838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E6D59F0-C743-61B9-C470-43A5B7D5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8446"/>
            <a:ext cx="8107680" cy="5173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BC9B6E-7534-B635-8163-A7A31F40B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140615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E78860-C0FB-A19C-5410-AD9AB82A4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45784" y="6515098"/>
            <a:ext cx="2743200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5C846E3-81AB-4F78-BF24-91734D5F4AA0}" type="datetime1">
              <a:rPr lang="de-DE" smtClean="0"/>
              <a:pPr/>
              <a:t>06.10.2026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423C8D-B465-A50C-7A22-C82EE2D04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" y="6515100"/>
            <a:ext cx="8073348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[Name], [Vorname] | [Thema]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AC42C2-965D-1E67-E50A-5D3CBF48B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120" y="6515099"/>
            <a:ext cx="830580" cy="2670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CEEB5B-480E-41B0-B966-BE6BA67822F8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27C6E63-FCFF-4B99-B815-1EC0894A604C}"/>
              </a:ext>
            </a:extLst>
          </p:cNvPr>
          <p:cNvCxnSpPr>
            <a:cxnSpLocks/>
          </p:cNvCxnSpPr>
          <p:nvPr userDrawn="1"/>
        </p:nvCxnSpPr>
        <p:spPr>
          <a:xfrm>
            <a:off x="419100" y="866776"/>
            <a:ext cx="1226820" cy="0"/>
          </a:xfrm>
          <a:prstGeom prst="line">
            <a:avLst/>
          </a:prstGeom>
          <a:ln w="38100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6BE44347-7A27-F5A2-264D-DD10D0824EBF}"/>
              </a:ext>
            </a:extLst>
          </p:cNvPr>
          <p:cNvCxnSpPr>
            <a:cxnSpLocks/>
          </p:cNvCxnSpPr>
          <p:nvPr userDrawn="1"/>
        </p:nvCxnSpPr>
        <p:spPr>
          <a:xfrm>
            <a:off x="121920" y="6478898"/>
            <a:ext cx="11955780" cy="0"/>
          </a:xfrm>
          <a:prstGeom prst="line">
            <a:avLst/>
          </a:prstGeom>
          <a:ln w="28575" cap="rnd">
            <a:solidFill>
              <a:srgbClr val="FF7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7E91C8DA-E196-28C9-DF5B-F2B4F9188B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89934" y="285563"/>
            <a:ext cx="2469527" cy="48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3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49" r:id="rId2"/>
    <p:sldLayoutId id="2147483661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F7F0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7F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2.png"/><Relationship Id="rId26" Type="http://schemas.openxmlformats.org/officeDocument/2006/relationships/image" Target="../media/image16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20.png"/><Relationship Id="rId42" Type="http://schemas.openxmlformats.org/officeDocument/2006/relationships/image" Target="../media/image24.png"/><Relationship Id="rId47" Type="http://schemas.openxmlformats.org/officeDocument/2006/relationships/customXml" Target="../ink/ink23.xml"/><Relationship Id="rId50" Type="http://schemas.openxmlformats.org/officeDocument/2006/relationships/image" Target="../media/image28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2" Type="http://schemas.openxmlformats.org/officeDocument/2006/relationships/image" Target="../media/image4.png"/><Relationship Id="rId16" Type="http://schemas.openxmlformats.org/officeDocument/2006/relationships/image" Target="../media/image11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5.png"/><Relationship Id="rId32" Type="http://schemas.openxmlformats.org/officeDocument/2006/relationships/image" Target="../media/image19.png"/><Relationship Id="rId37" Type="http://schemas.openxmlformats.org/officeDocument/2006/relationships/customXml" Target="../ink/ink18.xml"/><Relationship Id="rId40" Type="http://schemas.openxmlformats.org/officeDocument/2006/relationships/image" Target="../media/image23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2.png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19" Type="http://schemas.openxmlformats.org/officeDocument/2006/relationships/customXml" Target="../ink/ink9.xml"/><Relationship Id="rId14" Type="http://schemas.openxmlformats.org/officeDocument/2006/relationships/image" Target="../media/image10.png"/><Relationship Id="rId22" Type="http://schemas.openxmlformats.org/officeDocument/2006/relationships/image" Target="../media/image14.png"/><Relationship Id="rId27" Type="http://schemas.openxmlformats.org/officeDocument/2006/relationships/customXml" Target="../ink/ink13.xml"/><Relationship Id="rId30" Type="http://schemas.openxmlformats.org/officeDocument/2006/relationships/image" Target="../media/image18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7.png"/><Relationship Id="rId56" Type="http://schemas.openxmlformats.org/officeDocument/2006/relationships/image" Target="../media/image31.png"/><Relationship Id="rId8" Type="http://schemas.openxmlformats.org/officeDocument/2006/relationships/image" Target="../media/image7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9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2.png"/><Relationship Id="rId46" Type="http://schemas.openxmlformats.org/officeDocument/2006/relationships/image" Target="../media/image26.png"/><Relationship Id="rId59" Type="http://schemas.openxmlformats.org/officeDocument/2006/relationships/customXml" Target="../ink/ink29.xml"/><Relationship Id="rId20" Type="http://schemas.openxmlformats.org/officeDocument/2006/relationships/image" Target="../media/image13.png"/><Relationship Id="rId41" Type="http://schemas.openxmlformats.org/officeDocument/2006/relationships/customXml" Target="../ink/ink20.xml"/><Relationship Id="rId54" Type="http://schemas.openxmlformats.org/officeDocument/2006/relationships/image" Target="../media/image30.png"/><Relationship Id="rId6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7.png"/><Relationship Id="rId36" Type="http://schemas.openxmlformats.org/officeDocument/2006/relationships/image" Target="../media/image21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8.png"/><Relationship Id="rId31" Type="http://schemas.openxmlformats.org/officeDocument/2006/relationships/customXml" Target="../ink/ink15.xml"/><Relationship Id="rId44" Type="http://schemas.openxmlformats.org/officeDocument/2006/relationships/image" Target="../media/image25.png"/><Relationship Id="rId52" Type="http://schemas.openxmlformats.org/officeDocument/2006/relationships/image" Target="../media/image29.png"/><Relationship Id="rId60" Type="http://schemas.openxmlformats.org/officeDocument/2006/relationships/image" Target="../media/image33.png"/><Relationship Id="rId4" Type="http://schemas.openxmlformats.org/officeDocument/2006/relationships/image" Target="../media/image5.png"/><Relationship Id="rId9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2.png"/><Relationship Id="rId21" Type="http://schemas.openxmlformats.org/officeDocument/2006/relationships/customXml" Target="../ink/ink40.xml"/><Relationship Id="rId34" Type="http://schemas.openxmlformats.org/officeDocument/2006/relationships/image" Target="../media/image56.png"/><Relationship Id="rId42" Type="http://schemas.openxmlformats.org/officeDocument/2006/relationships/image" Target="../media/image60.png"/><Relationship Id="rId47" Type="http://schemas.openxmlformats.org/officeDocument/2006/relationships/customXml" Target="../ink/ink53.xml"/><Relationship Id="rId50" Type="http://schemas.openxmlformats.org/officeDocument/2006/relationships/image" Target="../media/image64.png"/><Relationship Id="rId55" Type="http://schemas.openxmlformats.org/officeDocument/2006/relationships/customXml" Target="../ink/ink57.xml"/><Relationship Id="rId63" Type="http://schemas.openxmlformats.org/officeDocument/2006/relationships/customXml" Target="../ink/ink61.xml"/><Relationship Id="rId7" Type="http://schemas.openxmlformats.org/officeDocument/2006/relationships/customXml" Target="../ink/ink33.xml"/><Relationship Id="rId2" Type="http://schemas.openxmlformats.org/officeDocument/2006/relationships/image" Target="../media/image40.png"/><Relationship Id="rId16" Type="http://schemas.openxmlformats.org/officeDocument/2006/relationships/image" Target="../media/image47.png"/><Relationship Id="rId29" Type="http://schemas.openxmlformats.org/officeDocument/2006/relationships/customXml" Target="../ink/ink44.xml"/><Relationship Id="rId11" Type="http://schemas.openxmlformats.org/officeDocument/2006/relationships/customXml" Target="../ink/ink35.xml"/><Relationship Id="rId24" Type="http://schemas.openxmlformats.org/officeDocument/2006/relationships/image" Target="../media/image51.png"/><Relationship Id="rId32" Type="http://schemas.openxmlformats.org/officeDocument/2006/relationships/image" Target="../media/image55.png"/><Relationship Id="rId37" Type="http://schemas.openxmlformats.org/officeDocument/2006/relationships/customXml" Target="../ink/ink48.xml"/><Relationship Id="rId40" Type="http://schemas.openxmlformats.org/officeDocument/2006/relationships/image" Target="../media/image59.png"/><Relationship Id="rId45" Type="http://schemas.openxmlformats.org/officeDocument/2006/relationships/customXml" Target="../ink/ink52.xml"/><Relationship Id="rId53" Type="http://schemas.openxmlformats.org/officeDocument/2006/relationships/customXml" Target="../ink/ink56.xml"/><Relationship Id="rId58" Type="http://schemas.openxmlformats.org/officeDocument/2006/relationships/image" Target="../media/image68.png"/><Relationship Id="rId66" Type="http://schemas.openxmlformats.org/officeDocument/2006/relationships/image" Target="../media/image72.png"/><Relationship Id="rId5" Type="http://schemas.openxmlformats.org/officeDocument/2006/relationships/customXml" Target="../ink/ink32.xml"/><Relationship Id="rId61" Type="http://schemas.openxmlformats.org/officeDocument/2006/relationships/customXml" Target="../ink/ink60.xml"/><Relationship Id="rId19" Type="http://schemas.openxmlformats.org/officeDocument/2006/relationships/customXml" Target="../ink/ink39.xml"/><Relationship Id="rId14" Type="http://schemas.openxmlformats.org/officeDocument/2006/relationships/image" Target="../media/image46.png"/><Relationship Id="rId22" Type="http://schemas.openxmlformats.org/officeDocument/2006/relationships/image" Target="../media/image50.png"/><Relationship Id="rId27" Type="http://schemas.openxmlformats.org/officeDocument/2006/relationships/customXml" Target="../ink/ink43.xml"/><Relationship Id="rId30" Type="http://schemas.openxmlformats.org/officeDocument/2006/relationships/image" Target="../media/image54.png"/><Relationship Id="rId35" Type="http://schemas.openxmlformats.org/officeDocument/2006/relationships/customXml" Target="../ink/ink47.xml"/><Relationship Id="rId43" Type="http://schemas.openxmlformats.org/officeDocument/2006/relationships/customXml" Target="../ink/ink51.xml"/><Relationship Id="rId48" Type="http://schemas.openxmlformats.org/officeDocument/2006/relationships/image" Target="../media/image63.png"/><Relationship Id="rId56" Type="http://schemas.openxmlformats.org/officeDocument/2006/relationships/image" Target="../media/image67.png"/><Relationship Id="rId64" Type="http://schemas.openxmlformats.org/officeDocument/2006/relationships/image" Target="../media/image71.png"/><Relationship Id="rId8" Type="http://schemas.openxmlformats.org/officeDocument/2006/relationships/image" Target="../media/image43.png"/><Relationship Id="rId51" Type="http://schemas.openxmlformats.org/officeDocument/2006/relationships/customXml" Target="../ink/ink55.xml"/><Relationship Id="rId3" Type="http://schemas.openxmlformats.org/officeDocument/2006/relationships/customXml" Target="../ink/ink31.xml"/><Relationship Id="rId12" Type="http://schemas.openxmlformats.org/officeDocument/2006/relationships/image" Target="../media/image45.png"/><Relationship Id="rId17" Type="http://schemas.openxmlformats.org/officeDocument/2006/relationships/customXml" Target="../ink/ink38.xml"/><Relationship Id="rId25" Type="http://schemas.openxmlformats.org/officeDocument/2006/relationships/customXml" Target="../ink/ink42.xml"/><Relationship Id="rId33" Type="http://schemas.openxmlformats.org/officeDocument/2006/relationships/customXml" Target="../ink/ink46.xml"/><Relationship Id="rId38" Type="http://schemas.openxmlformats.org/officeDocument/2006/relationships/image" Target="../media/image58.png"/><Relationship Id="rId46" Type="http://schemas.openxmlformats.org/officeDocument/2006/relationships/image" Target="../media/image62.png"/><Relationship Id="rId59" Type="http://schemas.openxmlformats.org/officeDocument/2006/relationships/customXml" Target="../ink/ink59.xml"/><Relationship Id="rId20" Type="http://schemas.openxmlformats.org/officeDocument/2006/relationships/image" Target="../media/image49.png"/><Relationship Id="rId41" Type="http://schemas.openxmlformats.org/officeDocument/2006/relationships/customXml" Target="../ink/ink50.xml"/><Relationship Id="rId54" Type="http://schemas.openxmlformats.org/officeDocument/2006/relationships/image" Target="../media/image66.png"/><Relationship Id="rId62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15" Type="http://schemas.openxmlformats.org/officeDocument/2006/relationships/customXml" Target="../ink/ink37.xml"/><Relationship Id="rId23" Type="http://schemas.openxmlformats.org/officeDocument/2006/relationships/customXml" Target="../ink/ink41.xml"/><Relationship Id="rId28" Type="http://schemas.openxmlformats.org/officeDocument/2006/relationships/image" Target="../media/image53.png"/><Relationship Id="rId36" Type="http://schemas.openxmlformats.org/officeDocument/2006/relationships/image" Target="../media/image57.png"/><Relationship Id="rId49" Type="http://schemas.openxmlformats.org/officeDocument/2006/relationships/customXml" Target="../ink/ink54.xml"/><Relationship Id="rId57" Type="http://schemas.openxmlformats.org/officeDocument/2006/relationships/customXml" Target="../ink/ink58.xml"/><Relationship Id="rId10" Type="http://schemas.openxmlformats.org/officeDocument/2006/relationships/image" Target="../media/image44.png"/><Relationship Id="rId31" Type="http://schemas.openxmlformats.org/officeDocument/2006/relationships/customXml" Target="../ink/ink45.xml"/><Relationship Id="rId44" Type="http://schemas.openxmlformats.org/officeDocument/2006/relationships/image" Target="../media/image61.png"/><Relationship Id="rId52" Type="http://schemas.openxmlformats.org/officeDocument/2006/relationships/image" Target="../media/image65.png"/><Relationship Id="rId60" Type="http://schemas.openxmlformats.org/officeDocument/2006/relationships/image" Target="../media/image69.png"/><Relationship Id="rId65" Type="http://schemas.openxmlformats.org/officeDocument/2006/relationships/customXml" Target="../ink/ink62.xml"/><Relationship Id="rId4" Type="http://schemas.openxmlformats.org/officeDocument/2006/relationships/image" Target="../media/image41.png"/><Relationship Id="rId9" Type="http://schemas.openxmlformats.org/officeDocument/2006/relationships/customXml" Target="../ink/ink34.xml"/><Relationship Id="rId13" Type="http://schemas.openxmlformats.org/officeDocument/2006/relationships/customXml" Target="../ink/ink36.xml"/><Relationship Id="rId18" Type="http://schemas.openxmlformats.org/officeDocument/2006/relationships/image" Target="../media/image48.png"/><Relationship Id="rId39" Type="http://schemas.openxmlformats.org/officeDocument/2006/relationships/customXml" Target="../ink/ink4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customXml" Target="../ink/ink63.xml"/><Relationship Id="rId7" Type="http://schemas.openxmlformats.org/officeDocument/2006/relationships/customXml" Target="../ink/ink65.xml"/><Relationship Id="rId12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8.png"/><Relationship Id="rId11" Type="http://schemas.openxmlformats.org/officeDocument/2006/relationships/customXml" Target="../ink/ink67.xml"/><Relationship Id="rId5" Type="http://schemas.openxmlformats.org/officeDocument/2006/relationships/customXml" Target="../ink/ink64.xml"/><Relationship Id="rId10" Type="http://schemas.openxmlformats.org/officeDocument/2006/relationships/image" Target="../media/image80.png"/><Relationship Id="rId4" Type="http://schemas.openxmlformats.org/officeDocument/2006/relationships/image" Target="../media/image77.png"/><Relationship Id="rId9" Type="http://schemas.openxmlformats.org/officeDocument/2006/relationships/customXml" Target="../ink/ink6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laude.ai/artifact/RpYE39UdyYVjCjgwdgq6Gz" TargetMode="External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arlito"/>
              </a:rPr>
              <a:t>Histogramm: Taugt die Aufnahme?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 · Computer Vision · DS 03 · 6.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0020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764792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63240" y="160020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Drei Bilder, drei Vorverarbeitungen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1576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880360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271576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Das Messgerät für die Aufnahme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31335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995927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3831335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Die Aufnahmeserie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46903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111495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4946903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Euer Prüfprogramm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Drei Bilder, drei Merkmale — was wählt ihr?</a:t>
            </a:r>
          </a:p>
        </p:txBody>
      </p:sp>
      <p:pic>
        <p:nvPicPr>
          <p:cNvPr id="3" name="Picture 2" descr="07_Grafik_01_Drei_Bilder_F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7" y="1366782"/>
            <a:ext cx="11420856" cy="4508482"/>
          </a:xfrm>
          <a:prstGeom prst="rect">
            <a:avLst/>
          </a:prstGeom>
        </p:spPr>
      </p:pic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43AF25F-D734-FFC4-10BC-1E366E9BCD99}"/>
              </a:ext>
            </a:extLst>
          </p:cNvPr>
          <p:cNvGrpSpPr/>
          <p:nvPr/>
        </p:nvGrpSpPr>
        <p:grpSpPr>
          <a:xfrm>
            <a:off x="2034385" y="5114321"/>
            <a:ext cx="1422720" cy="282960"/>
            <a:chOff x="2034385" y="5114321"/>
            <a:chExt cx="1422720" cy="28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Freihand 3">
                  <a:extLst>
                    <a:ext uri="{FF2B5EF4-FFF2-40B4-BE49-F238E27FC236}">
                      <a16:creationId xmlns:a16="http://schemas.microsoft.com/office/drawing/2014/main" id="{830DB97B-6ED3-0FBA-63DD-51DF888BC505}"/>
                    </a:ext>
                  </a:extLst>
                </p14:cNvPr>
                <p14:cNvContentPartPr/>
                <p14:nvPr/>
              </p14:nvContentPartPr>
              <p14:xfrm>
                <a:off x="2034385" y="5114321"/>
                <a:ext cx="222840" cy="264600"/>
              </p14:xfrm>
            </p:contentPart>
          </mc:Choice>
          <mc:Fallback>
            <p:pic>
              <p:nvPicPr>
                <p:cNvPr id="4" name="Freihand 3">
                  <a:extLst>
                    <a:ext uri="{FF2B5EF4-FFF2-40B4-BE49-F238E27FC236}">
                      <a16:creationId xmlns:a16="http://schemas.microsoft.com/office/drawing/2014/main" id="{830DB97B-6ED3-0FBA-63DD-51DF888BC50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025745" y="5105321"/>
                  <a:ext cx="2404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Freihand 4">
                  <a:extLst>
                    <a:ext uri="{FF2B5EF4-FFF2-40B4-BE49-F238E27FC236}">
                      <a16:creationId xmlns:a16="http://schemas.microsoft.com/office/drawing/2014/main" id="{055D5AFE-63D1-5BCE-168F-34EF1F9951B7}"/>
                    </a:ext>
                  </a:extLst>
                </p14:cNvPr>
                <p14:cNvContentPartPr/>
                <p14:nvPr/>
              </p14:nvContentPartPr>
              <p14:xfrm>
                <a:off x="2133025" y="5251841"/>
                <a:ext cx="79200" cy="121680"/>
              </p14:xfrm>
            </p:contentPart>
          </mc:Choice>
          <mc:Fallback>
            <p:pic>
              <p:nvPicPr>
                <p:cNvPr id="5" name="Freihand 4">
                  <a:extLst>
                    <a:ext uri="{FF2B5EF4-FFF2-40B4-BE49-F238E27FC236}">
                      <a16:creationId xmlns:a16="http://schemas.microsoft.com/office/drawing/2014/main" id="{055D5AFE-63D1-5BCE-168F-34EF1F9951B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24385" y="5243201"/>
                  <a:ext cx="968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Freihand 5">
                  <a:extLst>
                    <a:ext uri="{FF2B5EF4-FFF2-40B4-BE49-F238E27FC236}">
                      <a16:creationId xmlns:a16="http://schemas.microsoft.com/office/drawing/2014/main" id="{8E45D63A-1A3C-DECF-9D8F-EBEB96B7D668}"/>
                    </a:ext>
                  </a:extLst>
                </p14:cNvPr>
                <p14:cNvContentPartPr/>
                <p14:nvPr/>
              </p14:nvContentPartPr>
              <p14:xfrm>
                <a:off x="2240305" y="5274521"/>
                <a:ext cx="117720" cy="114840"/>
              </p14:xfrm>
            </p:contentPart>
          </mc:Choice>
          <mc:Fallback>
            <p:pic>
              <p:nvPicPr>
                <p:cNvPr id="6" name="Freihand 5">
                  <a:extLst>
                    <a:ext uri="{FF2B5EF4-FFF2-40B4-BE49-F238E27FC236}">
                      <a16:creationId xmlns:a16="http://schemas.microsoft.com/office/drawing/2014/main" id="{8E45D63A-1A3C-DECF-9D8F-EBEB96B7D66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231305" y="5265521"/>
                  <a:ext cx="1353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Freihand 6">
                  <a:extLst>
                    <a:ext uri="{FF2B5EF4-FFF2-40B4-BE49-F238E27FC236}">
                      <a16:creationId xmlns:a16="http://schemas.microsoft.com/office/drawing/2014/main" id="{4E97AEFD-B48C-B0A8-B3B4-1B01FEEC5308}"/>
                    </a:ext>
                  </a:extLst>
                </p14:cNvPr>
                <p14:cNvContentPartPr/>
                <p14:nvPr/>
              </p14:nvContentPartPr>
              <p14:xfrm>
                <a:off x="2360185" y="5254721"/>
                <a:ext cx="97920" cy="104400"/>
              </p14:xfrm>
            </p:contentPart>
          </mc:Choice>
          <mc:Fallback>
            <p:pic>
              <p:nvPicPr>
                <p:cNvPr id="7" name="Freihand 6">
                  <a:extLst>
                    <a:ext uri="{FF2B5EF4-FFF2-40B4-BE49-F238E27FC236}">
                      <a16:creationId xmlns:a16="http://schemas.microsoft.com/office/drawing/2014/main" id="{4E97AEFD-B48C-B0A8-B3B4-1B01FEEC530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51545" y="5246081"/>
                  <a:ext cx="1155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Freihand 7">
                  <a:extLst>
                    <a:ext uri="{FF2B5EF4-FFF2-40B4-BE49-F238E27FC236}">
                      <a16:creationId xmlns:a16="http://schemas.microsoft.com/office/drawing/2014/main" id="{5EF62661-4F91-1CDB-B380-9863B0304300}"/>
                    </a:ext>
                  </a:extLst>
                </p14:cNvPr>
                <p14:cNvContentPartPr/>
                <p14:nvPr/>
              </p14:nvContentPartPr>
              <p14:xfrm>
                <a:off x="2500945" y="5282801"/>
                <a:ext cx="128160" cy="99360"/>
              </p14:xfrm>
            </p:contentPart>
          </mc:Choice>
          <mc:Fallback>
            <p:pic>
              <p:nvPicPr>
                <p:cNvPr id="8" name="Freihand 7">
                  <a:extLst>
                    <a:ext uri="{FF2B5EF4-FFF2-40B4-BE49-F238E27FC236}">
                      <a16:creationId xmlns:a16="http://schemas.microsoft.com/office/drawing/2014/main" id="{5EF62661-4F91-1CDB-B380-9863B030430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492305" y="5274161"/>
                  <a:ext cx="1458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Freihand 8">
                  <a:extLst>
                    <a:ext uri="{FF2B5EF4-FFF2-40B4-BE49-F238E27FC236}">
                      <a16:creationId xmlns:a16="http://schemas.microsoft.com/office/drawing/2014/main" id="{66953040-35D6-527B-6B4B-01B0E1E8CD04}"/>
                    </a:ext>
                  </a:extLst>
                </p14:cNvPr>
                <p14:cNvContentPartPr/>
                <p14:nvPr/>
              </p14:nvContentPartPr>
              <p14:xfrm>
                <a:off x="2695705" y="5273801"/>
                <a:ext cx="107280" cy="110160"/>
              </p14:xfrm>
            </p:contentPart>
          </mc:Choice>
          <mc:Fallback>
            <p:pic>
              <p:nvPicPr>
                <p:cNvPr id="9" name="Freihand 8">
                  <a:extLst>
                    <a:ext uri="{FF2B5EF4-FFF2-40B4-BE49-F238E27FC236}">
                      <a16:creationId xmlns:a16="http://schemas.microsoft.com/office/drawing/2014/main" id="{66953040-35D6-527B-6B4B-01B0E1E8CD0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687065" y="5265161"/>
                  <a:ext cx="1249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Freihand 9">
                  <a:extLst>
                    <a:ext uri="{FF2B5EF4-FFF2-40B4-BE49-F238E27FC236}">
                      <a16:creationId xmlns:a16="http://schemas.microsoft.com/office/drawing/2014/main" id="{0689AB70-44D3-C486-3E16-D713DE093C6F}"/>
                    </a:ext>
                  </a:extLst>
                </p14:cNvPr>
                <p14:cNvContentPartPr/>
                <p14:nvPr/>
              </p14:nvContentPartPr>
              <p14:xfrm>
                <a:off x="2876425" y="5147441"/>
                <a:ext cx="56880" cy="210960"/>
              </p14:xfrm>
            </p:contentPart>
          </mc:Choice>
          <mc:Fallback>
            <p:pic>
              <p:nvPicPr>
                <p:cNvPr id="10" name="Freihand 9">
                  <a:extLst>
                    <a:ext uri="{FF2B5EF4-FFF2-40B4-BE49-F238E27FC236}">
                      <a16:creationId xmlns:a16="http://schemas.microsoft.com/office/drawing/2014/main" id="{0689AB70-44D3-C486-3E16-D713DE093C6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867425" y="5138801"/>
                  <a:ext cx="745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Freihand 10">
                  <a:extLst>
                    <a:ext uri="{FF2B5EF4-FFF2-40B4-BE49-F238E27FC236}">
                      <a16:creationId xmlns:a16="http://schemas.microsoft.com/office/drawing/2014/main" id="{8E54C2C7-01FA-3C1B-F1A7-74854A42C06B}"/>
                    </a:ext>
                  </a:extLst>
                </p14:cNvPr>
                <p14:cNvContentPartPr/>
                <p14:nvPr/>
              </p14:nvContentPartPr>
              <p14:xfrm>
                <a:off x="2858785" y="5239961"/>
                <a:ext cx="94320" cy="27720"/>
              </p14:xfrm>
            </p:contentPart>
          </mc:Choice>
          <mc:Fallback>
            <p:pic>
              <p:nvPicPr>
                <p:cNvPr id="11" name="Freihand 10">
                  <a:extLst>
                    <a:ext uri="{FF2B5EF4-FFF2-40B4-BE49-F238E27FC236}">
                      <a16:creationId xmlns:a16="http://schemas.microsoft.com/office/drawing/2014/main" id="{8E54C2C7-01FA-3C1B-F1A7-74854A42C06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849785" y="5230961"/>
                  <a:ext cx="1119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Freihand 11">
                  <a:extLst>
                    <a:ext uri="{FF2B5EF4-FFF2-40B4-BE49-F238E27FC236}">
                      <a16:creationId xmlns:a16="http://schemas.microsoft.com/office/drawing/2014/main" id="{577D4EF8-27C6-86CA-98E7-336D2AF22AFA}"/>
                    </a:ext>
                  </a:extLst>
                </p14:cNvPr>
                <p14:cNvContentPartPr/>
                <p14:nvPr/>
              </p14:nvContentPartPr>
              <p14:xfrm>
                <a:off x="2914945" y="5264441"/>
                <a:ext cx="119880" cy="105840"/>
              </p14:xfrm>
            </p:contentPart>
          </mc:Choice>
          <mc:Fallback>
            <p:pic>
              <p:nvPicPr>
                <p:cNvPr id="12" name="Freihand 11">
                  <a:extLst>
                    <a:ext uri="{FF2B5EF4-FFF2-40B4-BE49-F238E27FC236}">
                      <a16:creationId xmlns:a16="http://schemas.microsoft.com/office/drawing/2014/main" id="{577D4EF8-27C6-86CA-98E7-336D2AF22AF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905945" y="5255441"/>
                  <a:ext cx="1375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Freihand 12">
                  <a:extLst>
                    <a:ext uri="{FF2B5EF4-FFF2-40B4-BE49-F238E27FC236}">
                      <a16:creationId xmlns:a16="http://schemas.microsoft.com/office/drawing/2014/main" id="{78AD6FCB-4074-F151-32DC-9A950B86E28F}"/>
                    </a:ext>
                  </a:extLst>
                </p14:cNvPr>
                <p14:cNvContentPartPr/>
                <p14:nvPr/>
              </p14:nvContentPartPr>
              <p14:xfrm>
                <a:off x="3081265" y="5128001"/>
                <a:ext cx="169200" cy="269280"/>
              </p14:xfrm>
            </p:contentPart>
          </mc:Choice>
          <mc:Fallback>
            <p:pic>
              <p:nvPicPr>
                <p:cNvPr id="13" name="Freihand 12">
                  <a:extLst>
                    <a:ext uri="{FF2B5EF4-FFF2-40B4-BE49-F238E27FC236}">
                      <a16:creationId xmlns:a16="http://schemas.microsoft.com/office/drawing/2014/main" id="{78AD6FCB-4074-F151-32DC-9A950B86E28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072265" y="5119361"/>
                  <a:ext cx="1868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Freihand 13">
                  <a:extLst>
                    <a:ext uri="{FF2B5EF4-FFF2-40B4-BE49-F238E27FC236}">
                      <a16:creationId xmlns:a16="http://schemas.microsoft.com/office/drawing/2014/main" id="{8431BBAC-3F66-E3C2-DFDD-D2C568C07212}"/>
                    </a:ext>
                  </a:extLst>
                </p14:cNvPr>
                <p14:cNvContentPartPr/>
                <p14:nvPr/>
              </p14:nvContentPartPr>
              <p14:xfrm>
                <a:off x="3076585" y="5272721"/>
                <a:ext cx="53640" cy="9720"/>
              </p14:xfrm>
            </p:contentPart>
          </mc:Choice>
          <mc:Fallback>
            <p:pic>
              <p:nvPicPr>
                <p:cNvPr id="14" name="Freihand 13">
                  <a:extLst>
                    <a:ext uri="{FF2B5EF4-FFF2-40B4-BE49-F238E27FC236}">
                      <a16:creationId xmlns:a16="http://schemas.microsoft.com/office/drawing/2014/main" id="{8431BBAC-3F66-E3C2-DFDD-D2C568C0721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067945" y="5264081"/>
                  <a:ext cx="712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Freihand 14">
                  <a:extLst>
                    <a:ext uri="{FF2B5EF4-FFF2-40B4-BE49-F238E27FC236}">
                      <a16:creationId xmlns:a16="http://schemas.microsoft.com/office/drawing/2014/main" id="{8CFFD7F4-D5A0-B21B-199B-4ED3A0FFF494}"/>
                    </a:ext>
                  </a:extLst>
                </p14:cNvPr>
                <p14:cNvContentPartPr/>
                <p14:nvPr/>
              </p14:nvContentPartPr>
              <p14:xfrm>
                <a:off x="3222745" y="5246801"/>
                <a:ext cx="234360" cy="150120"/>
              </p14:xfrm>
            </p:contentPart>
          </mc:Choice>
          <mc:Fallback>
            <p:pic>
              <p:nvPicPr>
                <p:cNvPr id="15" name="Freihand 14">
                  <a:extLst>
                    <a:ext uri="{FF2B5EF4-FFF2-40B4-BE49-F238E27FC236}">
                      <a16:creationId xmlns:a16="http://schemas.microsoft.com/office/drawing/2014/main" id="{8CFFD7F4-D5A0-B21B-199B-4ED3A0FFF49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213745" y="5238161"/>
                  <a:ext cx="25200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6F17C892-FF19-CC3F-32C5-C1D20447907A}"/>
              </a:ext>
            </a:extLst>
          </p:cNvPr>
          <p:cNvGrpSpPr/>
          <p:nvPr/>
        </p:nvGrpSpPr>
        <p:grpSpPr>
          <a:xfrm>
            <a:off x="2026105" y="4614641"/>
            <a:ext cx="2266200" cy="382680"/>
            <a:chOff x="2026105" y="4614641"/>
            <a:chExt cx="2266200" cy="38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Freihand 16">
                  <a:extLst>
                    <a:ext uri="{FF2B5EF4-FFF2-40B4-BE49-F238E27FC236}">
                      <a16:creationId xmlns:a16="http://schemas.microsoft.com/office/drawing/2014/main" id="{0CADAE83-003A-376D-8314-E5146A5494A2}"/>
                    </a:ext>
                  </a:extLst>
                </p14:cNvPr>
                <p14:cNvContentPartPr/>
                <p14:nvPr/>
              </p14:nvContentPartPr>
              <p14:xfrm>
                <a:off x="2026105" y="4684121"/>
                <a:ext cx="186480" cy="239040"/>
              </p14:xfrm>
            </p:contentPart>
          </mc:Choice>
          <mc:Fallback>
            <p:pic>
              <p:nvPicPr>
                <p:cNvPr id="17" name="Freihand 16">
                  <a:extLst>
                    <a:ext uri="{FF2B5EF4-FFF2-40B4-BE49-F238E27FC236}">
                      <a16:creationId xmlns:a16="http://schemas.microsoft.com/office/drawing/2014/main" id="{0CADAE83-003A-376D-8314-E5146A5494A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019985" y="4678001"/>
                  <a:ext cx="1987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Freihand 17">
                  <a:extLst>
                    <a:ext uri="{FF2B5EF4-FFF2-40B4-BE49-F238E27FC236}">
                      <a16:creationId xmlns:a16="http://schemas.microsoft.com/office/drawing/2014/main" id="{69CF0F1F-6441-BD00-4989-243DA3728915}"/>
                    </a:ext>
                  </a:extLst>
                </p14:cNvPr>
                <p14:cNvContentPartPr/>
                <p14:nvPr/>
              </p14:nvContentPartPr>
              <p14:xfrm>
                <a:off x="2226625" y="4814441"/>
                <a:ext cx="124920" cy="125280"/>
              </p14:xfrm>
            </p:contentPart>
          </mc:Choice>
          <mc:Fallback>
            <p:pic>
              <p:nvPicPr>
                <p:cNvPr id="18" name="Freihand 17">
                  <a:extLst>
                    <a:ext uri="{FF2B5EF4-FFF2-40B4-BE49-F238E27FC236}">
                      <a16:creationId xmlns:a16="http://schemas.microsoft.com/office/drawing/2014/main" id="{69CF0F1F-6441-BD00-4989-243DA372891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220505" y="4808321"/>
                  <a:ext cx="1371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Freihand 18">
                  <a:extLst>
                    <a:ext uri="{FF2B5EF4-FFF2-40B4-BE49-F238E27FC236}">
                      <a16:creationId xmlns:a16="http://schemas.microsoft.com/office/drawing/2014/main" id="{42E646D0-3AB9-9A9A-F2EA-92CDFDD172FA}"/>
                    </a:ext>
                  </a:extLst>
                </p14:cNvPr>
                <p14:cNvContentPartPr/>
                <p14:nvPr/>
              </p14:nvContentPartPr>
              <p14:xfrm>
                <a:off x="2428225" y="4614641"/>
                <a:ext cx="32760" cy="313920"/>
              </p14:xfrm>
            </p:contentPart>
          </mc:Choice>
          <mc:Fallback>
            <p:pic>
              <p:nvPicPr>
                <p:cNvPr id="19" name="Freihand 18">
                  <a:extLst>
                    <a:ext uri="{FF2B5EF4-FFF2-40B4-BE49-F238E27FC236}">
                      <a16:creationId xmlns:a16="http://schemas.microsoft.com/office/drawing/2014/main" id="{42E646D0-3AB9-9A9A-F2EA-92CDFDD172F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22105" y="4608521"/>
                  <a:ext cx="450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Freihand 19">
                  <a:extLst>
                    <a:ext uri="{FF2B5EF4-FFF2-40B4-BE49-F238E27FC236}">
                      <a16:creationId xmlns:a16="http://schemas.microsoft.com/office/drawing/2014/main" id="{8E9853FA-EA9B-8BC3-07E7-577DD3ABCBCA}"/>
                    </a:ext>
                  </a:extLst>
                </p14:cNvPr>
                <p14:cNvContentPartPr/>
                <p14:nvPr/>
              </p14:nvContentPartPr>
              <p14:xfrm>
                <a:off x="2480065" y="4664321"/>
                <a:ext cx="42840" cy="306000"/>
              </p14:xfrm>
            </p:contentPart>
          </mc:Choice>
          <mc:Fallback>
            <p:pic>
              <p:nvPicPr>
                <p:cNvPr id="20" name="Freihand 19">
                  <a:extLst>
                    <a:ext uri="{FF2B5EF4-FFF2-40B4-BE49-F238E27FC236}">
                      <a16:creationId xmlns:a16="http://schemas.microsoft.com/office/drawing/2014/main" id="{8E9853FA-EA9B-8BC3-07E7-577DD3ABCBC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73945" y="4658201"/>
                  <a:ext cx="550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Freihand 20">
                  <a:extLst>
                    <a:ext uri="{FF2B5EF4-FFF2-40B4-BE49-F238E27FC236}">
                      <a16:creationId xmlns:a16="http://schemas.microsoft.com/office/drawing/2014/main" id="{1F3BE424-C9A9-11FE-6522-23561551D85F}"/>
                    </a:ext>
                  </a:extLst>
                </p14:cNvPr>
                <p14:cNvContentPartPr/>
                <p14:nvPr/>
              </p14:nvContentPartPr>
              <p14:xfrm>
                <a:off x="2423185" y="4809041"/>
                <a:ext cx="102600" cy="23400"/>
              </p14:xfrm>
            </p:contentPart>
          </mc:Choice>
          <mc:Fallback>
            <p:pic>
              <p:nvPicPr>
                <p:cNvPr id="21" name="Freihand 20">
                  <a:extLst>
                    <a:ext uri="{FF2B5EF4-FFF2-40B4-BE49-F238E27FC236}">
                      <a16:creationId xmlns:a16="http://schemas.microsoft.com/office/drawing/2014/main" id="{1F3BE424-C9A9-11FE-6522-23561551D85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417065" y="4802921"/>
                  <a:ext cx="1148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Freihand 21">
                  <a:extLst>
                    <a:ext uri="{FF2B5EF4-FFF2-40B4-BE49-F238E27FC236}">
                      <a16:creationId xmlns:a16="http://schemas.microsoft.com/office/drawing/2014/main" id="{5E683BE0-DED3-E028-A6FE-FC0676E132CA}"/>
                    </a:ext>
                  </a:extLst>
                </p14:cNvPr>
                <p14:cNvContentPartPr/>
                <p14:nvPr/>
              </p14:nvContentPartPr>
              <p14:xfrm>
                <a:off x="2622265" y="4806881"/>
                <a:ext cx="269640" cy="190440"/>
              </p14:xfrm>
            </p:contentPart>
          </mc:Choice>
          <mc:Fallback>
            <p:pic>
              <p:nvPicPr>
                <p:cNvPr id="22" name="Freihand 21">
                  <a:extLst>
                    <a:ext uri="{FF2B5EF4-FFF2-40B4-BE49-F238E27FC236}">
                      <a16:creationId xmlns:a16="http://schemas.microsoft.com/office/drawing/2014/main" id="{5E683BE0-DED3-E028-A6FE-FC0676E132C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616145" y="4800761"/>
                  <a:ext cx="2818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3" name="Freihand 22">
                  <a:extLst>
                    <a:ext uri="{FF2B5EF4-FFF2-40B4-BE49-F238E27FC236}">
                      <a16:creationId xmlns:a16="http://schemas.microsoft.com/office/drawing/2014/main" id="{59341733-CB95-F652-D051-06F458626AED}"/>
                    </a:ext>
                  </a:extLst>
                </p14:cNvPr>
                <p14:cNvContentPartPr/>
                <p14:nvPr/>
              </p14:nvContentPartPr>
              <p14:xfrm>
                <a:off x="3020785" y="4832441"/>
                <a:ext cx="115920" cy="143280"/>
              </p14:xfrm>
            </p:contentPart>
          </mc:Choice>
          <mc:Fallback>
            <p:pic>
              <p:nvPicPr>
                <p:cNvPr id="23" name="Freihand 22">
                  <a:extLst>
                    <a:ext uri="{FF2B5EF4-FFF2-40B4-BE49-F238E27FC236}">
                      <a16:creationId xmlns:a16="http://schemas.microsoft.com/office/drawing/2014/main" id="{59341733-CB95-F652-D051-06F458626AE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014665" y="4826321"/>
                  <a:ext cx="1281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4" name="Freihand 23">
                  <a:extLst>
                    <a:ext uri="{FF2B5EF4-FFF2-40B4-BE49-F238E27FC236}">
                      <a16:creationId xmlns:a16="http://schemas.microsoft.com/office/drawing/2014/main" id="{B093BC0D-475E-334F-A792-AAEFEBC2F95D}"/>
                    </a:ext>
                  </a:extLst>
                </p14:cNvPr>
                <p14:cNvContentPartPr/>
                <p14:nvPr/>
              </p14:nvContentPartPr>
              <p14:xfrm>
                <a:off x="3143905" y="4845401"/>
                <a:ext cx="125280" cy="100800"/>
              </p14:xfrm>
            </p:contentPart>
          </mc:Choice>
          <mc:Fallback>
            <p:pic>
              <p:nvPicPr>
                <p:cNvPr id="24" name="Freihand 23">
                  <a:extLst>
                    <a:ext uri="{FF2B5EF4-FFF2-40B4-BE49-F238E27FC236}">
                      <a16:creationId xmlns:a16="http://schemas.microsoft.com/office/drawing/2014/main" id="{B093BC0D-475E-334F-A792-AAEFEBC2F95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137785" y="4839281"/>
                  <a:ext cx="1375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5" name="Freihand 24">
                  <a:extLst>
                    <a:ext uri="{FF2B5EF4-FFF2-40B4-BE49-F238E27FC236}">
                      <a16:creationId xmlns:a16="http://schemas.microsoft.com/office/drawing/2014/main" id="{3E5950EF-F47A-0341-BF99-7E568CF4993B}"/>
                    </a:ext>
                  </a:extLst>
                </p14:cNvPr>
                <p14:cNvContentPartPr/>
                <p14:nvPr/>
              </p14:nvContentPartPr>
              <p14:xfrm>
                <a:off x="3281425" y="4837841"/>
                <a:ext cx="77040" cy="139320"/>
              </p14:xfrm>
            </p:contentPart>
          </mc:Choice>
          <mc:Fallback>
            <p:pic>
              <p:nvPicPr>
                <p:cNvPr id="25" name="Freihand 24">
                  <a:extLst>
                    <a:ext uri="{FF2B5EF4-FFF2-40B4-BE49-F238E27FC236}">
                      <a16:creationId xmlns:a16="http://schemas.microsoft.com/office/drawing/2014/main" id="{3E5950EF-F47A-0341-BF99-7E568CF4993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275305" y="4831721"/>
                  <a:ext cx="892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6" name="Freihand 25">
                  <a:extLst>
                    <a:ext uri="{FF2B5EF4-FFF2-40B4-BE49-F238E27FC236}">
                      <a16:creationId xmlns:a16="http://schemas.microsoft.com/office/drawing/2014/main" id="{3577A88A-AD98-29DD-F43F-E4B6F239D24A}"/>
                    </a:ext>
                  </a:extLst>
                </p14:cNvPr>
                <p14:cNvContentPartPr/>
                <p14:nvPr/>
              </p14:nvContentPartPr>
              <p14:xfrm>
                <a:off x="3456385" y="4791041"/>
                <a:ext cx="28440" cy="36000"/>
              </p14:xfrm>
            </p:contentPart>
          </mc:Choice>
          <mc:Fallback>
            <p:pic>
              <p:nvPicPr>
                <p:cNvPr id="26" name="Freihand 25">
                  <a:extLst>
                    <a:ext uri="{FF2B5EF4-FFF2-40B4-BE49-F238E27FC236}">
                      <a16:creationId xmlns:a16="http://schemas.microsoft.com/office/drawing/2014/main" id="{3577A88A-AD98-29DD-F43F-E4B6F239D24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450265" y="4784921"/>
                  <a:ext cx="406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7" name="Freihand 26">
                  <a:extLst>
                    <a:ext uri="{FF2B5EF4-FFF2-40B4-BE49-F238E27FC236}">
                      <a16:creationId xmlns:a16="http://schemas.microsoft.com/office/drawing/2014/main" id="{D94ADD9B-2295-2F2A-C968-D6EA3CE058B8}"/>
                    </a:ext>
                  </a:extLst>
                </p14:cNvPr>
                <p14:cNvContentPartPr/>
                <p14:nvPr/>
              </p14:nvContentPartPr>
              <p14:xfrm>
                <a:off x="3407425" y="4819841"/>
                <a:ext cx="59400" cy="168480"/>
              </p14:xfrm>
            </p:contentPart>
          </mc:Choice>
          <mc:Fallback>
            <p:pic>
              <p:nvPicPr>
                <p:cNvPr id="27" name="Freihand 26">
                  <a:extLst>
                    <a:ext uri="{FF2B5EF4-FFF2-40B4-BE49-F238E27FC236}">
                      <a16:creationId xmlns:a16="http://schemas.microsoft.com/office/drawing/2014/main" id="{D94ADD9B-2295-2F2A-C968-D6EA3CE058B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401305" y="4813721"/>
                  <a:ext cx="716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8" name="Freihand 27">
                  <a:extLst>
                    <a:ext uri="{FF2B5EF4-FFF2-40B4-BE49-F238E27FC236}">
                      <a16:creationId xmlns:a16="http://schemas.microsoft.com/office/drawing/2014/main" id="{0C158817-03F6-FA13-ACE9-E8EB53C29E72}"/>
                    </a:ext>
                  </a:extLst>
                </p14:cNvPr>
                <p14:cNvContentPartPr/>
                <p14:nvPr/>
              </p14:nvContentPartPr>
              <p14:xfrm>
                <a:off x="3477625" y="4811561"/>
                <a:ext cx="98280" cy="109440"/>
              </p14:xfrm>
            </p:contentPart>
          </mc:Choice>
          <mc:Fallback>
            <p:pic>
              <p:nvPicPr>
                <p:cNvPr id="28" name="Freihand 27">
                  <a:extLst>
                    <a:ext uri="{FF2B5EF4-FFF2-40B4-BE49-F238E27FC236}">
                      <a16:creationId xmlns:a16="http://schemas.microsoft.com/office/drawing/2014/main" id="{0C158817-03F6-FA13-ACE9-E8EB53C29E7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471505" y="4805441"/>
                  <a:ext cx="1105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9" name="Freihand 28">
                  <a:extLst>
                    <a:ext uri="{FF2B5EF4-FFF2-40B4-BE49-F238E27FC236}">
                      <a16:creationId xmlns:a16="http://schemas.microsoft.com/office/drawing/2014/main" id="{F66BA85C-2F9F-2C32-2BF3-9F25CB19BFC2}"/>
                    </a:ext>
                  </a:extLst>
                </p14:cNvPr>
                <p14:cNvContentPartPr/>
                <p14:nvPr/>
              </p14:nvContentPartPr>
              <p14:xfrm>
                <a:off x="3617305" y="4658201"/>
                <a:ext cx="95400" cy="284040"/>
              </p14:xfrm>
            </p:contentPart>
          </mc:Choice>
          <mc:Fallback>
            <p:pic>
              <p:nvPicPr>
                <p:cNvPr id="29" name="Freihand 28">
                  <a:extLst>
                    <a:ext uri="{FF2B5EF4-FFF2-40B4-BE49-F238E27FC236}">
                      <a16:creationId xmlns:a16="http://schemas.microsoft.com/office/drawing/2014/main" id="{F66BA85C-2F9F-2C32-2BF3-9F25CB19BFC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611185" y="4652081"/>
                  <a:ext cx="1076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0" name="Freihand 29">
                  <a:extLst>
                    <a:ext uri="{FF2B5EF4-FFF2-40B4-BE49-F238E27FC236}">
                      <a16:creationId xmlns:a16="http://schemas.microsoft.com/office/drawing/2014/main" id="{CB67FEB6-220D-BF97-0386-557B2ED45AC5}"/>
                    </a:ext>
                  </a:extLst>
                </p14:cNvPr>
                <p14:cNvContentPartPr/>
                <p14:nvPr/>
              </p14:nvContentPartPr>
              <p14:xfrm>
                <a:off x="3737905" y="4815881"/>
                <a:ext cx="92160" cy="106560"/>
              </p14:xfrm>
            </p:contentPart>
          </mc:Choice>
          <mc:Fallback>
            <p:pic>
              <p:nvPicPr>
                <p:cNvPr id="30" name="Freihand 29">
                  <a:extLst>
                    <a:ext uri="{FF2B5EF4-FFF2-40B4-BE49-F238E27FC236}">
                      <a16:creationId xmlns:a16="http://schemas.microsoft.com/office/drawing/2014/main" id="{CB67FEB6-220D-BF97-0386-557B2ED45AC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731785" y="4809761"/>
                  <a:ext cx="1044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1" name="Freihand 30">
                  <a:extLst>
                    <a:ext uri="{FF2B5EF4-FFF2-40B4-BE49-F238E27FC236}">
                      <a16:creationId xmlns:a16="http://schemas.microsoft.com/office/drawing/2014/main" id="{CE8B360B-D731-1895-CEA9-70ECCF83A981}"/>
                    </a:ext>
                  </a:extLst>
                </p14:cNvPr>
                <p14:cNvContentPartPr/>
                <p14:nvPr/>
              </p14:nvContentPartPr>
              <p14:xfrm>
                <a:off x="3861385" y="4844321"/>
                <a:ext cx="131040" cy="121320"/>
              </p14:xfrm>
            </p:contentPart>
          </mc:Choice>
          <mc:Fallback>
            <p:pic>
              <p:nvPicPr>
                <p:cNvPr id="31" name="Freihand 30">
                  <a:extLst>
                    <a:ext uri="{FF2B5EF4-FFF2-40B4-BE49-F238E27FC236}">
                      <a16:creationId xmlns:a16="http://schemas.microsoft.com/office/drawing/2014/main" id="{CE8B360B-D731-1895-CEA9-70ECCF83A98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855265" y="4838201"/>
                  <a:ext cx="1432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2" name="Freihand 31">
                  <a:extLst>
                    <a:ext uri="{FF2B5EF4-FFF2-40B4-BE49-F238E27FC236}">
                      <a16:creationId xmlns:a16="http://schemas.microsoft.com/office/drawing/2014/main" id="{3703D312-A222-709B-FB2A-35A67D0F5A2F}"/>
                    </a:ext>
                  </a:extLst>
                </p14:cNvPr>
                <p14:cNvContentPartPr/>
                <p14:nvPr/>
              </p14:nvContentPartPr>
              <p14:xfrm>
                <a:off x="3992425" y="4774481"/>
                <a:ext cx="360" cy="360"/>
              </p14:xfrm>
            </p:contentPart>
          </mc:Choice>
          <mc:Fallback>
            <p:pic>
              <p:nvPicPr>
                <p:cNvPr id="32" name="Freihand 31">
                  <a:extLst>
                    <a:ext uri="{FF2B5EF4-FFF2-40B4-BE49-F238E27FC236}">
                      <a16:creationId xmlns:a16="http://schemas.microsoft.com/office/drawing/2014/main" id="{3703D312-A222-709B-FB2A-35A67D0F5A2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986305" y="4768361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3" name="Freihand 32">
                  <a:extLst>
                    <a:ext uri="{FF2B5EF4-FFF2-40B4-BE49-F238E27FC236}">
                      <a16:creationId xmlns:a16="http://schemas.microsoft.com/office/drawing/2014/main" id="{02E3B00F-7D13-D90D-F39D-EB3FB3A8D0EF}"/>
                    </a:ext>
                  </a:extLst>
                </p14:cNvPr>
                <p14:cNvContentPartPr/>
                <p14:nvPr/>
              </p14:nvContentPartPr>
              <p14:xfrm>
                <a:off x="4039585" y="4625801"/>
                <a:ext cx="133560" cy="338040"/>
              </p14:xfrm>
            </p:contentPart>
          </mc:Choice>
          <mc:Fallback>
            <p:pic>
              <p:nvPicPr>
                <p:cNvPr id="33" name="Freihand 32">
                  <a:extLst>
                    <a:ext uri="{FF2B5EF4-FFF2-40B4-BE49-F238E27FC236}">
                      <a16:creationId xmlns:a16="http://schemas.microsoft.com/office/drawing/2014/main" id="{02E3B00F-7D13-D90D-F39D-EB3FB3A8D0E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033465" y="4619681"/>
                  <a:ext cx="1458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4" name="Freihand 33">
                  <a:extLst>
                    <a:ext uri="{FF2B5EF4-FFF2-40B4-BE49-F238E27FC236}">
                      <a16:creationId xmlns:a16="http://schemas.microsoft.com/office/drawing/2014/main" id="{39B20935-FAFB-6EC5-2AAF-4F95462528DB}"/>
                    </a:ext>
                  </a:extLst>
                </p14:cNvPr>
                <p14:cNvContentPartPr/>
                <p14:nvPr/>
              </p14:nvContentPartPr>
              <p14:xfrm>
                <a:off x="4156225" y="4802561"/>
                <a:ext cx="136080" cy="180720"/>
              </p14:xfrm>
            </p:contentPart>
          </mc:Choice>
          <mc:Fallback>
            <p:pic>
              <p:nvPicPr>
                <p:cNvPr id="34" name="Freihand 33">
                  <a:extLst>
                    <a:ext uri="{FF2B5EF4-FFF2-40B4-BE49-F238E27FC236}">
                      <a16:creationId xmlns:a16="http://schemas.microsoft.com/office/drawing/2014/main" id="{39B20935-FAFB-6EC5-2AAF-4F95462528D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150105" y="4796441"/>
                  <a:ext cx="148320" cy="1929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Die richtige Vorverarbeitung hängt am Merkmal</a:t>
            </a:r>
          </a:p>
        </p:txBody>
      </p:sp>
      <p:pic>
        <p:nvPicPr>
          <p:cNvPr id="3" name="Picture 2" descr="07_Grafik_02_Drei_Bilder_Antw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82793"/>
            <a:ext cx="11420856" cy="50764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Jeder Hebel hat seinen Preis</a:t>
            </a:r>
          </a:p>
        </p:txBody>
      </p:sp>
      <p:pic>
        <p:nvPicPr>
          <p:cNvPr id="3" name="Picture 2" descr="07_Grafik_00_Hebel_vo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00941"/>
            <a:ext cx="11420856" cy="46401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Prüfungsformat: Bleibt der Riss im Netz?</a:t>
            </a:r>
          </a:p>
        </p:txBody>
      </p:sp>
      <p:pic>
        <p:nvPicPr>
          <p:cNvPr id="3" name="Picture 2" descr="07_Grafik_03_Ziegel_Aufga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57563"/>
            <a:ext cx="11420856" cy="4926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Nur der enge Ausschnitt rettet den Riss</a:t>
            </a:r>
          </a:p>
        </p:txBody>
      </p:sp>
      <p:pic>
        <p:nvPicPr>
          <p:cNvPr id="3" name="Picture 2" descr="07_Grafik_04_Ziegel_Loes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80667"/>
            <a:ext cx="11420856" cy="52807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0020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764792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63240" y="160020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Drei Bilder, drei Vorverarbeitungen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1576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880360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271576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Das Messgerät für die Aufnahme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31335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995927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3831335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Die Aufnahmeserie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46903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111495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4946903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Euer Prüfprogramm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ys03_pruefstation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2000" cy="3291840"/>
          </a:xfrm>
          <a:prstGeom prst="rect">
            <a:avLst/>
          </a:prstGeom>
          <a:solidFill>
            <a:srgbClr val="1F2A3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72896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FFFFFF"/>
                </a:solidFill>
                <a:latin typeface="Carlito"/>
              </a:rPr>
              <a:t>Ab heute entstehen eure Bilder für den Rest des Halbjahres.</a:t>
            </a:r>
          </a:p>
          <a:p>
            <a:pPr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Carlito"/>
              </a:rPr>
              <a:t>Woran merkt ein Programm, dass eine Aufnahme nichts taugt — ohne dass ein Mensch sie ansieht?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Welche Aufnahmen taugen – und was ist passiert?</a:t>
            </a:r>
          </a:p>
        </p:txBody>
      </p:sp>
      <p:pic>
        <p:nvPicPr>
          <p:cNvPr id="3" name="Picture 2" descr="07_Grafik_05a_Datensatz_Rat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9505"/>
            <a:ext cx="11420856" cy="46630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Freihand 3">
                <a:extLst>
                  <a:ext uri="{FF2B5EF4-FFF2-40B4-BE49-F238E27FC236}">
                    <a16:creationId xmlns:a16="http://schemas.microsoft.com/office/drawing/2014/main" id="{D23BE3D7-A4D9-53C5-FADE-FBD29D0C8794}"/>
                  </a:ext>
                </a:extLst>
              </p14:cNvPr>
              <p14:cNvContentPartPr/>
              <p14:nvPr/>
            </p14:nvContentPartPr>
            <p14:xfrm>
              <a:off x="1793905" y="1710881"/>
              <a:ext cx="374040" cy="491040"/>
            </p14:xfrm>
          </p:contentPart>
        </mc:Choice>
        <mc:Fallback>
          <p:pic>
            <p:nvPicPr>
              <p:cNvPr id="4" name="Freihand 3">
                <a:extLst>
                  <a:ext uri="{FF2B5EF4-FFF2-40B4-BE49-F238E27FC236}">
                    <a16:creationId xmlns:a16="http://schemas.microsoft.com/office/drawing/2014/main" id="{D23BE3D7-A4D9-53C5-FADE-FBD29D0C87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7785" y="1704761"/>
                <a:ext cx="386280" cy="50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Freihand 4">
                <a:extLst>
                  <a:ext uri="{FF2B5EF4-FFF2-40B4-BE49-F238E27FC236}">
                    <a16:creationId xmlns:a16="http://schemas.microsoft.com/office/drawing/2014/main" id="{96FC2A93-569F-E127-3C86-18199AD7A67C}"/>
                  </a:ext>
                </a:extLst>
              </p14:cNvPr>
              <p14:cNvContentPartPr/>
              <p14:nvPr/>
            </p14:nvContentPartPr>
            <p14:xfrm>
              <a:off x="9253105" y="1266641"/>
              <a:ext cx="456120" cy="450000"/>
            </p14:xfrm>
          </p:contentPart>
        </mc:Choice>
        <mc:Fallback>
          <p:pic>
            <p:nvPicPr>
              <p:cNvPr id="5" name="Freihand 4">
                <a:extLst>
                  <a:ext uri="{FF2B5EF4-FFF2-40B4-BE49-F238E27FC236}">
                    <a16:creationId xmlns:a16="http://schemas.microsoft.com/office/drawing/2014/main" id="{96FC2A93-569F-E127-3C86-18199AD7A67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46985" y="1260521"/>
                <a:ext cx="468360" cy="46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19DCDF65-969F-23A5-AD59-8E15EA3427C6}"/>
                  </a:ext>
                </a:extLst>
              </p14:cNvPr>
              <p14:cNvContentPartPr/>
              <p14:nvPr/>
            </p14:nvContentPartPr>
            <p14:xfrm>
              <a:off x="3783265" y="2599361"/>
              <a:ext cx="406440" cy="487080"/>
            </p14:xfrm>
          </p:contentPart>
        </mc:Choice>
        <mc:Fallback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19DCDF65-969F-23A5-AD59-8E15EA3427C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77145" y="2593241"/>
                <a:ext cx="418680" cy="4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EE44ACEC-CAB1-BA45-4E46-2F61762CC124}"/>
                  </a:ext>
                </a:extLst>
              </p14:cNvPr>
              <p14:cNvContentPartPr/>
              <p14:nvPr/>
            </p14:nvContentPartPr>
            <p14:xfrm>
              <a:off x="3675985" y="3988241"/>
              <a:ext cx="529560" cy="550800"/>
            </p14:xfrm>
          </p:contentPart>
        </mc:Choice>
        <mc:Fallback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EE44ACEC-CAB1-BA45-4E46-2F61762CC12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69865" y="3982121"/>
                <a:ext cx="541800" cy="56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305D6263-9FE7-AA29-63D4-F027C023FBB6}"/>
                  </a:ext>
                </a:extLst>
              </p14:cNvPr>
              <p14:cNvContentPartPr/>
              <p14:nvPr/>
            </p14:nvContentPartPr>
            <p14:xfrm>
              <a:off x="7425025" y="3937121"/>
              <a:ext cx="479520" cy="435240"/>
            </p14:xfrm>
          </p:contentPart>
        </mc:Choice>
        <mc:Fallback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305D6263-9FE7-AA29-63D4-F027C023FBB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418905" y="3931001"/>
                <a:ext cx="491760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B5B8762D-DD4D-27E7-CCA5-16CDA63F6CF6}"/>
                  </a:ext>
                </a:extLst>
              </p14:cNvPr>
              <p14:cNvContentPartPr/>
              <p14:nvPr/>
            </p14:nvContentPartPr>
            <p14:xfrm>
              <a:off x="11305465" y="3937121"/>
              <a:ext cx="670320" cy="571320"/>
            </p14:xfrm>
          </p:contentPart>
        </mc:Choice>
        <mc:Fallback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B5B8762D-DD4D-27E7-CCA5-16CDA63F6CF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299345" y="3931001"/>
                <a:ext cx="682560" cy="58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C7AB6302-05BF-07CC-4708-7EA0817B4EC1}"/>
              </a:ext>
            </a:extLst>
          </p:cNvPr>
          <p:cNvGrpSpPr/>
          <p:nvPr/>
        </p:nvGrpSpPr>
        <p:grpSpPr>
          <a:xfrm>
            <a:off x="3738985" y="1526921"/>
            <a:ext cx="231480" cy="405352"/>
            <a:chOff x="3738985" y="1526921"/>
            <a:chExt cx="231480" cy="405352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Freihand 9">
                  <a:extLst>
                    <a:ext uri="{FF2B5EF4-FFF2-40B4-BE49-F238E27FC236}">
                      <a16:creationId xmlns:a16="http://schemas.microsoft.com/office/drawing/2014/main" id="{F9356C45-F620-5188-0D06-718D8B4794A7}"/>
                    </a:ext>
                  </a:extLst>
                </p14:cNvPr>
                <p14:cNvContentPartPr/>
                <p14:nvPr/>
              </p14:nvContentPartPr>
              <p14:xfrm>
                <a:off x="3758065" y="1592793"/>
                <a:ext cx="212400" cy="339480"/>
              </p14:xfrm>
            </p:contentPart>
          </mc:Choice>
          <mc:Fallback>
            <p:pic>
              <p:nvPicPr>
                <p:cNvPr id="10" name="Freihand 9">
                  <a:extLst>
                    <a:ext uri="{FF2B5EF4-FFF2-40B4-BE49-F238E27FC236}">
                      <a16:creationId xmlns:a16="http://schemas.microsoft.com/office/drawing/2014/main" id="{F9356C45-F620-5188-0D06-718D8B4794A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751945" y="1586673"/>
                  <a:ext cx="22464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Freihand 10">
                  <a:extLst>
                    <a:ext uri="{FF2B5EF4-FFF2-40B4-BE49-F238E27FC236}">
                      <a16:creationId xmlns:a16="http://schemas.microsoft.com/office/drawing/2014/main" id="{6074F788-A470-7C4A-8096-086E8C4FFD2B}"/>
                    </a:ext>
                  </a:extLst>
                </p14:cNvPr>
                <p14:cNvContentPartPr/>
                <p14:nvPr/>
              </p14:nvContentPartPr>
              <p14:xfrm>
                <a:off x="3738985" y="1526921"/>
                <a:ext cx="216360" cy="373320"/>
              </p14:xfrm>
            </p:contentPart>
          </mc:Choice>
          <mc:Fallback>
            <p:pic>
              <p:nvPicPr>
                <p:cNvPr id="11" name="Freihand 10">
                  <a:extLst>
                    <a:ext uri="{FF2B5EF4-FFF2-40B4-BE49-F238E27FC236}">
                      <a16:creationId xmlns:a16="http://schemas.microsoft.com/office/drawing/2014/main" id="{6074F788-A470-7C4A-8096-086E8C4FFD2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732865" y="1520801"/>
                  <a:ext cx="228600" cy="38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4079EC85-B172-FD93-B00E-F73B10E5C1BA}"/>
              </a:ext>
            </a:extLst>
          </p:cNvPr>
          <p:cNvGrpSpPr/>
          <p:nvPr/>
        </p:nvGrpSpPr>
        <p:grpSpPr>
          <a:xfrm>
            <a:off x="11108185" y="1596401"/>
            <a:ext cx="289080" cy="209160"/>
            <a:chOff x="11108185" y="1596401"/>
            <a:chExt cx="289080" cy="20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Freihand 12">
                  <a:extLst>
                    <a:ext uri="{FF2B5EF4-FFF2-40B4-BE49-F238E27FC236}">
                      <a16:creationId xmlns:a16="http://schemas.microsoft.com/office/drawing/2014/main" id="{39CC0E8F-A94D-995A-3951-ED88E1DA044F}"/>
                    </a:ext>
                  </a:extLst>
                </p14:cNvPr>
                <p14:cNvContentPartPr/>
                <p14:nvPr/>
              </p14:nvContentPartPr>
              <p14:xfrm>
                <a:off x="11108185" y="1616561"/>
                <a:ext cx="289080" cy="189000"/>
              </p14:xfrm>
            </p:contentPart>
          </mc:Choice>
          <mc:Fallback>
            <p:pic>
              <p:nvPicPr>
                <p:cNvPr id="13" name="Freihand 12">
                  <a:extLst>
                    <a:ext uri="{FF2B5EF4-FFF2-40B4-BE49-F238E27FC236}">
                      <a16:creationId xmlns:a16="http://schemas.microsoft.com/office/drawing/2014/main" id="{39CC0E8F-A94D-995A-3951-ED88E1DA044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102065" y="1610441"/>
                  <a:ext cx="3013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Freihand 13">
                  <a:extLst>
                    <a:ext uri="{FF2B5EF4-FFF2-40B4-BE49-F238E27FC236}">
                      <a16:creationId xmlns:a16="http://schemas.microsoft.com/office/drawing/2014/main" id="{2A8B1293-33B1-3064-D1B9-B24189A62137}"/>
                    </a:ext>
                  </a:extLst>
                </p14:cNvPr>
                <p14:cNvContentPartPr/>
                <p14:nvPr/>
              </p14:nvContentPartPr>
              <p14:xfrm>
                <a:off x="11271625" y="1596401"/>
                <a:ext cx="92520" cy="200520"/>
              </p14:xfrm>
            </p:contentPart>
          </mc:Choice>
          <mc:Fallback>
            <p:pic>
              <p:nvPicPr>
                <p:cNvPr id="14" name="Freihand 13">
                  <a:extLst>
                    <a:ext uri="{FF2B5EF4-FFF2-40B4-BE49-F238E27FC236}">
                      <a16:creationId xmlns:a16="http://schemas.microsoft.com/office/drawing/2014/main" id="{2A8B1293-33B1-3064-D1B9-B24189A6213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1265505" y="1590281"/>
                  <a:ext cx="10476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637E6F0D-74F2-D0C0-9038-489100BB5B63}"/>
              </a:ext>
            </a:extLst>
          </p:cNvPr>
          <p:cNvGrpSpPr/>
          <p:nvPr/>
        </p:nvGrpSpPr>
        <p:grpSpPr>
          <a:xfrm>
            <a:off x="7404505" y="2856401"/>
            <a:ext cx="273960" cy="262440"/>
            <a:chOff x="7404505" y="2856401"/>
            <a:chExt cx="273960" cy="26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Freihand 14">
                  <a:extLst>
                    <a:ext uri="{FF2B5EF4-FFF2-40B4-BE49-F238E27FC236}">
                      <a16:creationId xmlns:a16="http://schemas.microsoft.com/office/drawing/2014/main" id="{D16712CC-BEC5-D8C7-DCB9-981298B711DC}"/>
                    </a:ext>
                  </a:extLst>
                </p14:cNvPr>
                <p14:cNvContentPartPr/>
                <p14:nvPr/>
              </p14:nvContentPartPr>
              <p14:xfrm>
                <a:off x="7404505" y="2890241"/>
                <a:ext cx="236520" cy="136440"/>
              </p14:xfrm>
            </p:contentPart>
          </mc:Choice>
          <mc:Fallback>
            <p:pic>
              <p:nvPicPr>
                <p:cNvPr id="15" name="Freihand 14">
                  <a:extLst>
                    <a:ext uri="{FF2B5EF4-FFF2-40B4-BE49-F238E27FC236}">
                      <a16:creationId xmlns:a16="http://schemas.microsoft.com/office/drawing/2014/main" id="{D16712CC-BEC5-D8C7-DCB9-981298B711D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398385" y="2884121"/>
                  <a:ext cx="2487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Freihand 15">
                  <a:extLst>
                    <a:ext uri="{FF2B5EF4-FFF2-40B4-BE49-F238E27FC236}">
                      <a16:creationId xmlns:a16="http://schemas.microsoft.com/office/drawing/2014/main" id="{7FDF8EB5-E8FC-5E95-43F1-AEAC23B0BA12}"/>
                    </a:ext>
                  </a:extLst>
                </p14:cNvPr>
                <p14:cNvContentPartPr/>
                <p14:nvPr/>
              </p14:nvContentPartPr>
              <p14:xfrm>
                <a:off x="7554265" y="2968361"/>
                <a:ext cx="124200" cy="140040"/>
              </p14:xfrm>
            </p:contentPart>
          </mc:Choice>
          <mc:Fallback>
            <p:pic>
              <p:nvPicPr>
                <p:cNvPr id="16" name="Freihand 15">
                  <a:extLst>
                    <a:ext uri="{FF2B5EF4-FFF2-40B4-BE49-F238E27FC236}">
                      <a16:creationId xmlns:a16="http://schemas.microsoft.com/office/drawing/2014/main" id="{7FDF8EB5-E8FC-5E95-43F1-AEAC23B0BA1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548145" y="2962241"/>
                  <a:ext cx="1364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Freihand 18">
                  <a:extLst>
                    <a:ext uri="{FF2B5EF4-FFF2-40B4-BE49-F238E27FC236}">
                      <a16:creationId xmlns:a16="http://schemas.microsoft.com/office/drawing/2014/main" id="{0A992DBD-EA4F-862D-BD20-41FF01B45C85}"/>
                    </a:ext>
                  </a:extLst>
                </p14:cNvPr>
                <p14:cNvContentPartPr/>
                <p14:nvPr/>
              </p14:nvContentPartPr>
              <p14:xfrm>
                <a:off x="7466065" y="2856401"/>
                <a:ext cx="158760" cy="262440"/>
              </p14:xfrm>
            </p:contentPart>
          </mc:Choice>
          <mc:Fallback>
            <p:pic>
              <p:nvPicPr>
                <p:cNvPr id="19" name="Freihand 18">
                  <a:extLst>
                    <a:ext uri="{FF2B5EF4-FFF2-40B4-BE49-F238E27FC236}">
                      <a16:creationId xmlns:a16="http://schemas.microsoft.com/office/drawing/2014/main" id="{0A992DBD-EA4F-862D-BD20-41FF01B45C8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459945" y="2850281"/>
                  <a:ext cx="171000" cy="27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C0F5B428-0E5B-0CB1-73F2-3BEBF318CAB8}"/>
              </a:ext>
            </a:extLst>
          </p:cNvPr>
          <p:cNvGrpSpPr/>
          <p:nvPr/>
        </p:nvGrpSpPr>
        <p:grpSpPr>
          <a:xfrm>
            <a:off x="11140945" y="2866481"/>
            <a:ext cx="234720" cy="296280"/>
            <a:chOff x="11140945" y="2866481"/>
            <a:chExt cx="234720" cy="2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Freihand 16">
                  <a:extLst>
                    <a:ext uri="{FF2B5EF4-FFF2-40B4-BE49-F238E27FC236}">
                      <a16:creationId xmlns:a16="http://schemas.microsoft.com/office/drawing/2014/main" id="{40525CCE-9559-C01E-2A62-6008A1BA37F9}"/>
                    </a:ext>
                  </a:extLst>
                </p14:cNvPr>
                <p14:cNvContentPartPr/>
                <p14:nvPr/>
              </p14:nvContentPartPr>
              <p14:xfrm>
                <a:off x="11145985" y="2866481"/>
                <a:ext cx="198000" cy="258120"/>
              </p14:xfrm>
            </p:contentPart>
          </mc:Choice>
          <mc:Fallback>
            <p:pic>
              <p:nvPicPr>
                <p:cNvPr id="17" name="Freihand 16">
                  <a:extLst>
                    <a:ext uri="{FF2B5EF4-FFF2-40B4-BE49-F238E27FC236}">
                      <a16:creationId xmlns:a16="http://schemas.microsoft.com/office/drawing/2014/main" id="{40525CCE-9559-C01E-2A62-6008A1BA37F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139865" y="2860361"/>
                  <a:ext cx="2102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Freihand 17">
                  <a:extLst>
                    <a:ext uri="{FF2B5EF4-FFF2-40B4-BE49-F238E27FC236}">
                      <a16:creationId xmlns:a16="http://schemas.microsoft.com/office/drawing/2014/main" id="{6A06774C-22B6-4B34-B5F1-4972954A50E1}"/>
                    </a:ext>
                  </a:extLst>
                </p14:cNvPr>
                <p14:cNvContentPartPr/>
                <p14:nvPr/>
              </p14:nvContentPartPr>
              <p14:xfrm>
                <a:off x="11233105" y="2962601"/>
                <a:ext cx="142560" cy="195120"/>
              </p14:xfrm>
            </p:contentPart>
          </mc:Choice>
          <mc:Fallback>
            <p:pic>
              <p:nvPicPr>
                <p:cNvPr id="18" name="Freihand 17">
                  <a:extLst>
                    <a:ext uri="{FF2B5EF4-FFF2-40B4-BE49-F238E27FC236}">
                      <a16:creationId xmlns:a16="http://schemas.microsoft.com/office/drawing/2014/main" id="{6A06774C-22B6-4B34-B5F1-4972954A50E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226985" y="2956481"/>
                  <a:ext cx="154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Freihand 22">
                  <a:extLst>
                    <a:ext uri="{FF2B5EF4-FFF2-40B4-BE49-F238E27FC236}">
                      <a16:creationId xmlns:a16="http://schemas.microsoft.com/office/drawing/2014/main" id="{6728B909-2360-8766-A6E5-BCB329E4B69E}"/>
                    </a:ext>
                  </a:extLst>
                </p14:cNvPr>
                <p14:cNvContentPartPr/>
                <p14:nvPr/>
              </p14:nvContentPartPr>
              <p14:xfrm>
                <a:off x="11140945" y="2874401"/>
                <a:ext cx="157680" cy="288360"/>
              </p14:xfrm>
            </p:contentPart>
          </mc:Choice>
          <mc:Fallback>
            <p:pic>
              <p:nvPicPr>
                <p:cNvPr id="23" name="Freihand 22">
                  <a:extLst>
                    <a:ext uri="{FF2B5EF4-FFF2-40B4-BE49-F238E27FC236}">
                      <a16:creationId xmlns:a16="http://schemas.microsoft.com/office/drawing/2014/main" id="{6728B909-2360-8766-A6E5-BCB329E4B69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134825" y="2868281"/>
                  <a:ext cx="16992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F101AB14-DD97-A5FC-4898-15B7D8C48E47}"/>
              </a:ext>
            </a:extLst>
          </p:cNvPr>
          <p:cNvGrpSpPr/>
          <p:nvPr/>
        </p:nvGrpSpPr>
        <p:grpSpPr>
          <a:xfrm>
            <a:off x="5501185" y="1459601"/>
            <a:ext cx="343080" cy="397080"/>
            <a:chOff x="5501185" y="1459601"/>
            <a:chExt cx="343080" cy="39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Freihand 24">
                  <a:extLst>
                    <a:ext uri="{FF2B5EF4-FFF2-40B4-BE49-F238E27FC236}">
                      <a16:creationId xmlns:a16="http://schemas.microsoft.com/office/drawing/2014/main" id="{B2BEB74F-A03E-B291-C2FA-05D1B01ECB84}"/>
                    </a:ext>
                  </a:extLst>
                </p14:cNvPr>
                <p14:cNvContentPartPr/>
                <p14:nvPr/>
              </p14:nvContentPartPr>
              <p14:xfrm>
                <a:off x="5501185" y="1461041"/>
                <a:ext cx="343080" cy="346320"/>
              </p14:xfrm>
            </p:contentPart>
          </mc:Choice>
          <mc:Fallback>
            <p:pic>
              <p:nvPicPr>
                <p:cNvPr id="25" name="Freihand 24">
                  <a:extLst>
                    <a:ext uri="{FF2B5EF4-FFF2-40B4-BE49-F238E27FC236}">
                      <a16:creationId xmlns:a16="http://schemas.microsoft.com/office/drawing/2014/main" id="{B2BEB74F-A03E-B291-C2FA-05D1B01ECB8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495065" y="1454921"/>
                  <a:ext cx="35532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Freihand 25">
                  <a:extLst>
                    <a:ext uri="{FF2B5EF4-FFF2-40B4-BE49-F238E27FC236}">
                      <a16:creationId xmlns:a16="http://schemas.microsoft.com/office/drawing/2014/main" id="{73615EA9-D4FB-F4A6-49A1-EC120799B631}"/>
                    </a:ext>
                  </a:extLst>
                </p14:cNvPr>
                <p14:cNvContentPartPr/>
                <p14:nvPr/>
              </p14:nvContentPartPr>
              <p14:xfrm>
                <a:off x="5626825" y="1459601"/>
                <a:ext cx="174960" cy="397080"/>
              </p14:xfrm>
            </p:contentPart>
          </mc:Choice>
          <mc:Fallback>
            <p:pic>
              <p:nvPicPr>
                <p:cNvPr id="26" name="Freihand 25">
                  <a:extLst>
                    <a:ext uri="{FF2B5EF4-FFF2-40B4-BE49-F238E27FC236}">
                      <a16:creationId xmlns:a16="http://schemas.microsoft.com/office/drawing/2014/main" id="{73615EA9-D4FB-F4A6-49A1-EC120799B63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620705" y="1453481"/>
                  <a:ext cx="187200" cy="40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BFA77B62-EBC4-1931-28BB-714458EACF11}"/>
              </a:ext>
            </a:extLst>
          </p:cNvPr>
          <p:cNvGrpSpPr/>
          <p:nvPr/>
        </p:nvGrpSpPr>
        <p:grpSpPr>
          <a:xfrm>
            <a:off x="1699585" y="2880161"/>
            <a:ext cx="426960" cy="363960"/>
            <a:chOff x="1699585" y="2880161"/>
            <a:chExt cx="426960" cy="36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Freihand 26">
                  <a:extLst>
                    <a:ext uri="{FF2B5EF4-FFF2-40B4-BE49-F238E27FC236}">
                      <a16:creationId xmlns:a16="http://schemas.microsoft.com/office/drawing/2014/main" id="{1FAFCD4D-1D13-667E-9C07-84CB2F3C1CDC}"/>
                    </a:ext>
                  </a:extLst>
                </p14:cNvPr>
                <p14:cNvContentPartPr/>
                <p14:nvPr/>
              </p14:nvContentPartPr>
              <p14:xfrm>
                <a:off x="1699585" y="2885561"/>
                <a:ext cx="348120" cy="358560"/>
              </p14:xfrm>
            </p:contentPart>
          </mc:Choice>
          <mc:Fallback>
            <p:pic>
              <p:nvPicPr>
                <p:cNvPr id="27" name="Freihand 26">
                  <a:extLst>
                    <a:ext uri="{FF2B5EF4-FFF2-40B4-BE49-F238E27FC236}">
                      <a16:creationId xmlns:a16="http://schemas.microsoft.com/office/drawing/2014/main" id="{1FAFCD4D-1D13-667E-9C07-84CB2F3C1CD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693465" y="2879441"/>
                  <a:ext cx="36036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Freihand 27">
                  <a:extLst>
                    <a:ext uri="{FF2B5EF4-FFF2-40B4-BE49-F238E27FC236}">
                      <a16:creationId xmlns:a16="http://schemas.microsoft.com/office/drawing/2014/main" id="{3FCF5DBC-B4FE-2078-8A0A-4623ED8DE702}"/>
                    </a:ext>
                  </a:extLst>
                </p14:cNvPr>
                <p14:cNvContentPartPr/>
                <p14:nvPr/>
              </p14:nvContentPartPr>
              <p14:xfrm>
                <a:off x="1824865" y="2880161"/>
                <a:ext cx="301680" cy="313200"/>
              </p14:xfrm>
            </p:contentPart>
          </mc:Choice>
          <mc:Fallback>
            <p:pic>
              <p:nvPicPr>
                <p:cNvPr id="28" name="Freihand 27">
                  <a:extLst>
                    <a:ext uri="{FF2B5EF4-FFF2-40B4-BE49-F238E27FC236}">
                      <a16:creationId xmlns:a16="http://schemas.microsoft.com/office/drawing/2014/main" id="{3FCF5DBC-B4FE-2078-8A0A-4623ED8DE70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818745" y="2874041"/>
                  <a:ext cx="313920" cy="32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97156B7B-9790-7101-DF5F-E7E7C285E521}"/>
              </a:ext>
            </a:extLst>
          </p:cNvPr>
          <p:cNvGrpSpPr/>
          <p:nvPr/>
        </p:nvGrpSpPr>
        <p:grpSpPr>
          <a:xfrm>
            <a:off x="9207025" y="4308641"/>
            <a:ext cx="374040" cy="313560"/>
            <a:chOff x="9207025" y="4308641"/>
            <a:chExt cx="374040" cy="31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Freihand 28">
                  <a:extLst>
                    <a:ext uri="{FF2B5EF4-FFF2-40B4-BE49-F238E27FC236}">
                      <a16:creationId xmlns:a16="http://schemas.microsoft.com/office/drawing/2014/main" id="{42787140-F945-45B1-2CF3-E50995A4C5F7}"/>
                    </a:ext>
                  </a:extLst>
                </p14:cNvPr>
                <p14:cNvContentPartPr/>
                <p14:nvPr/>
              </p14:nvContentPartPr>
              <p14:xfrm>
                <a:off x="9207025" y="4399721"/>
                <a:ext cx="374040" cy="118440"/>
              </p14:xfrm>
            </p:contentPart>
          </mc:Choice>
          <mc:Fallback>
            <p:pic>
              <p:nvPicPr>
                <p:cNvPr id="29" name="Freihand 28">
                  <a:extLst>
                    <a:ext uri="{FF2B5EF4-FFF2-40B4-BE49-F238E27FC236}">
                      <a16:creationId xmlns:a16="http://schemas.microsoft.com/office/drawing/2014/main" id="{42787140-F945-45B1-2CF3-E50995A4C5F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200905" y="4393601"/>
                  <a:ext cx="3862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0" name="Freihand 29">
                  <a:extLst>
                    <a:ext uri="{FF2B5EF4-FFF2-40B4-BE49-F238E27FC236}">
                      <a16:creationId xmlns:a16="http://schemas.microsoft.com/office/drawing/2014/main" id="{EC61007B-EC16-A859-F768-AE595B2291A9}"/>
                    </a:ext>
                  </a:extLst>
                </p14:cNvPr>
                <p14:cNvContentPartPr/>
                <p14:nvPr/>
              </p14:nvContentPartPr>
              <p14:xfrm>
                <a:off x="9366145" y="4308641"/>
                <a:ext cx="179640" cy="313560"/>
              </p14:xfrm>
            </p:contentPart>
          </mc:Choice>
          <mc:Fallback>
            <p:pic>
              <p:nvPicPr>
                <p:cNvPr id="30" name="Freihand 29">
                  <a:extLst>
                    <a:ext uri="{FF2B5EF4-FFF2-40B4-BE49-F238E27FC236}">
                      <a16:creationId xmlns:a16="http://schemas.microsoft.com/office/drawing/2014/main" id="{EC61007B-EC16-A859-F768-AE595B2291A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360025" y="4302521"/>
                  <a:ext cx="191880" cy="32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893BEB55-B918-BA84-88C0-DCCA9B8CB6F1}"/>
              </a:ext>
            </a:extLst>
          </p:cNvPr>
          <p:cNvGrpSpPr/>
          <p:nvPr/>
        </p:nvGrpSpPr>
        <p:grpSpPr>
          <a:xfrm>
            <a:off x="5501545" y="2854241"/>
            <a:ext cx="370080" cy="394200"/>
            <a:chOff x="5501545" y="2854241"/>
            <a:chExt cx="370080" cy="39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4" name="Freihand 33">
                  <a:extLst>
                    <a:ext uri="{FF2B5EF4-FFF2-40B4-BE49-F238E27FC236}">
                      <a16:creationId xmlns:a16="http://schemas.microsoft.com/office/drawing/2014/main" id="{05436610-06FC-7D58-7F00-91797E2A43A7}"/>
                    </a:ext>
                  </a:extLst>
                </p14:cNvPr>
                <p14:cNvContentPartPr/>
                <p14:nvPr/>
              </p14:nvContentPartPr>
              <p14:xfrm>
                <a:off x="5501545" y="2891681"/>
                <a:ext cx="358200" cy="281160"/>
              </p14:xfrm>
            </p:contentPart>
          </mc:Choice>
          <mc:Fallback>
            <p:pic>
              <p:nvPicPr>
                <p:cNvPr id="34" name="Freihand 33">
                  <a:extLst>
                    <a:ext uri="{FF2B5EF4-FFF2-40B4-BE49-F238E27FC236}">
                      <a16:creationId xmlns:a16="http://schemas.microsoft.com/office/drawing/2014/main" id="{05436610-06FC-7D58-7F00-91797E2A43A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495425" y="2885561"/>
                  <a:ext cx="3704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5" name="Freihand 34">
                  <a:extLst>
                    <a:ext uri="{FF2B5EF4-FFF2-40B4-BE49-F238E27FC236}">
                      <a16:creationId xmlns:a16="http://schemas.microsoft.com/office/drawing/2014/main" id="{FAFDC3A5-7865-1B1D-6974-D11151AE17BD}"/>
                    </a:ext>
                  </a:extLst>
                </p14:cNvPr>
                <p14:cNvContentPartPr/>
                <p14:nvPr/>
              </p14:nvContentPartPr>
              <p14:xfrm>
                <a:off x="5597305" y="2854241"/>
                <a:ext cx="274320" cy="394200"/>
              </p14:xfrm>
            </p:contentPart>
          </mc:Choice>
          <mc:Fallback>
            <p:pic>
              <p:nvPicPr>
                <p:cNvPr id="35" name="Freihand 34">
                  <a:extLst>
                    <a:ext uri="{FF2B5EF4-FFF2-40B4-BE49-F238E27FC236}">
                      <a16:creationId xmlns:a16="http://schemas.microsoft.com/office/drawing/2014/main" id="{FAFDC3A5-7865-1B1D-6974-D11151AE17B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591185" y="2848121"/>
                  <a:ext cx="286560" cy="40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7E7589C0-5A99-9B24-6170-6F341540E5F8}"/>
              </a:ext>
            </a:extLst>
          </p:cNvPr>
          <p:cNvGrpSpPr/>
          <p:nvPr/>
        </p:nvGrpSpPr>
        <p:grpSpPr>
          <a:xfrm>
            <a:off x="7430065" y="1600001"/>
            <a:ext cx="280080" cy="267120"/>
            <a:chOff x="7430065" y="1600001"/>
            <a:chExt cx="280080" cy="26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7" name="Freihand 36">
                  <a:extLst>
                    <a:ext uri="{FF2B5EF4-FFF2-40B4-BE49-F238E27FC236}">
                      <a16:creationId xmlns:a16="http://schemas.microsoft.com/office/drawing/2014/main" id="{EBE29A6E-396D-0F72-13FA-304BC5E42D42}"/>
                    </a:ext>
                  </a:extLst>
                </p14:cNvPr>
                <p14:cNvContentPartPr/>
                <p14:nvPr/>
              </p14:nvContentPartPr>
              <p14:xfrm>
                <a:off x="7430065" y="1693601"/>
                <a:ext cx="201960" cy="151560"/>
              </p14:xfrm>
            </p:contentPart>
          </mc:Choice>
          <mc:Fallback>
            <p:pic>
              <p:nvPicPr>
                <p:cNvPr id="37" name="Freihand 36">
                  <a:extLst>
                    <a:ext uri="{FF2B5EF4-FFF2-40B4-BE49-F238E27FC236}">
                      <a16:creationId xmlns:a16="http://schemas.microsoft.com/office/drawing/2014/main" id="{EBE29A6E-396D-0F72-13FA-304BC5E42D4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423945" y="1687481"/>
                  <a:ext cx="2142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8" name="Freihand 37">
                  <a:extLst>
                    <a:ext uri="{FF2B5EF4-FFF2-40B4-BE49-F238E27FC236}">
                      <a16:creationId xmlns:a16="http://schemas.microsoft.com/office/drawing/2014/main" id="{99B36AF1-9D40-9A35-F7B3-E3A54E83DD25}"/>
                    </a:ext>
                  </a:extLst>
                </p14:cNvPr>
                <p14:cNvContentPartPr/>
                <p14:nvPr/>
              </p14:nvContentPartPr>
              <p14:xfrm>
                <a:off x="7506385" y="1600001"/>
                <a:ext cx="203760" cy="267120"/>
              </p14:xfrm>
            </p:contentPart>
          </mc:Choice>
          <mc:Fallback>
            <p:pic>
              <p:nvPicPr>
                <p:cNvPr id="38" name="Freihand 37">
                  <a:extLst>
                    <a:ext uri="{FF2B5EF4-FFF2-40B4-BE49-F238E27FC236}">
                      <a16:creationId xmlns:a16="http://schemas.microsoft.com/office/drawing/2014/main" id="{99B36AF1-9D40-9A35-F7B3-E3A54E83DD2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500265" y="1593881"/>
                  <a:ext cx="216000" cy="27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9E4DC4C7-444A-3331-8100-16F348AF50C1}"/>
              </a:ext>
            </a:extLst>
          </p:cNvPr>
          <p:cNvGrpSpPr/>
          <p:nvPr/>
        </p:nvGrpSpPr>
        <p:grpSpPr>
          <a:xfrm>
            <a:off x="1721545" y="4314041"/>
            <a:ext cx="353520" cy="311760"/>
            <a:chOff x="1721545" y="4314041"/>
            <a:chExt cx="353520" cy="31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0" name="Freihand 39">
                  <a:extLst>
                    <a:ext uri="{FF2B5EF4-FFF2-40B4-BE49-F238E27FC236}">
                      <a16:creationId xmlns:a16="http://schemas.microsoft.com/office/drawing/2014/main" id="{2C13B1A4-2628-6788-872D-933377636D40}"/>
                    </a:ext>
                  </a:extLst>
                </p14:cNvPr>
                <p14:cNvContentPartPr/>
                <p14:nvPr/>
              </p14:nvContentPartPr>
              <p14:xfrm>
                <a:off x="1721545" y="4402241"/>
                <a:ext cx="351720" cy="223560"/>
              </p14:xfrm>
            </p:contentPart>
          </mc:Choice>
          <mc:Fallback>
            <p:pic>
              <p:nvPicPr>
                <p:cNvPr id="40" name="Freihand 39">
                  <a:extLst>
                    <a:ext uri="{FF2B5EF4-FFF2-40B4-BE49-F238E27FC236}">
                      <a16:creationId xmlns:a16="http://schemas.microsoft.com/office/drawing/2014/main" id="{2C13B1A4-2628-6788-872D-933377636D4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715425" y="4396121"/>
                  <a:ext cx="3639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1" name="Freihand 40">
                  <a:extLst>
                    <a:ext uri="{FF2B5EF4-FFF2-40B4-BE49-F238E27FC236}">
                      <a16:creationId xmlns:a16="http://schemas.microsoft.com/office/drawing/2014/main" id="{D15207CA-9B4C-24AC-D2E0-597FB195957C}"/>
                    </a:ext>
                  </a:extLst>
                </p14:cNvPr>
                <p14:cNvContentPartPr/>
                <p14:nvPr/>
              </p14:nvContentPartPr>
              <p14:xfrm>
                <a:off x="1798945" y="4314041"/>
                <a:ext cx="276120" cy="296640"/>
              </p14:xfrm>
            </p:contentPart>
          </mc:Choice>
          <mc:Fallback>
            <p:pic>
              <p:nvPicPr>
                <p:cNvPr id="41" name="Freihand 40">
                  <a:extLst>
                    <a:ext uri="{FF2B5EF4-FFF2-40B4-BE49-F238E27FC236}">
                      <a16:creationId xmlns:a16="http://schemas.microsoft.com/office/drawing/2014/main" id="{D15207CA-9B4C-24AC-D2E0-597FB195957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792825" y="4307921"/>
                  <a:ext cx="288360" cy="30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FC183E81-0864-76E7-5E84-5790421BFC1C}"/>
              </a:ext>
            </a:extLst>
          </p:cNvPr>
          <p:cNvGrpSpPr/>
          <p:nvPr/>
        </p:nvGrpSpPr>
        <p:grpSpPr>
          <a:xfrm>
            <a:off x="5612785" y="4402241"/>
            <a:ext cx="252000" cy="203400"/>
            <a:chOff x="5612785" y="4402241"/>
            <a:chExt cx="252000" cy="20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3" name="Freihand 42">
                  <a:extLst>
                    <a:ext uri="{FF2B5EF4-FFF2-40B4-BE49-F238E27FC236}">
                      <a16:creationId xmlns:a16="http://schemas.microsoft.com/office/drawing/2014/main" id="{DCA05AEE-63E6-1E76-B274-9E7B9085BF34}"/>
                    </a:ext>
                  </a:extLst>
                </p14:cNvPr>
                <p14:cNvContentPartPr/>
                <p14:nvPr/>
              </p14:nvContentPartPr>
              <p14:xfrm>
                <a:off x="5612785" y="4455161"/>
                <a:ext cx="252000" cy="114480"/>
              </p14:xfrm>
            </p:contentPart>
          </mc:Choice>
          <mc:Fallback>
            <p:pic>
              <p:nvPicPr>
                <p:cNvPr id="43" name="Freihand 42">
                  <a:extLst>
                    <a:ext uri="{FF2B5EF4-FFF2-40B4-BE49-F238E27FC236}">
                      <a16:creationId xmlns:a16="http://schemas.microsoft.com/office/drawing/2014/main" id="{DCA05AEE-63E6-1E76-B274-9E7B9085BF3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606665" y="4449041"/>
                  <a:ext cx="2642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4" name="Freihand 43">
                  <a:extLst>
                    <a:ext uri="{FF2B5EF4-FFF2-40B4-BE49-F238E27FC236}">
                      <a16:creationId xmlns:a16="http://schemas.microsoft.com/office/drawing/2014/main" id="{B9CE58ED-F0F5-F181-8726-CC5A8BB6FF59}"/>
                    </a:ext>
                  </a:extLst>
                </p14:cNvPr>
                <p14:cNvContentPartPr/>
                <p14:nvPr/>
              </p14:nvContentPartPr>
              <p14:xfrm>
                <a:off x="5657065" y="4402241"/>
                <a:ext cx="122760" cy="203400"/>
              </p14:xfrm>
            </p:contentPart>
          </mc:Choice>
          <mc:Fallback>
            <p:pic>
              <p:nvPicPr>
                <p:cNvPr id="44" name="Freihand 43">
                  <a:extLst>
                    <a:ext uri="{FF2B5EF4-FFF2-40B4-BE49-F238E27FC236}">
                      <a16:creationId xmlns:a16="http://schemas.microsoft.com/office/drawing/2014/main" id="{B9CE58ED-F0F5-F181-8726-CC5A8BB6FF5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650945" y="4396121"/>
                  <a:ext cx="13500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5A0A3356-8A41-C98B-F6DD-071DE62BABE8}"/>
              </a:ext>
            </a:extLst>
          </p:cNvPr>
          <p:cNvGrpSpPr/>
          <p:nvPr/>
        </p:nvGrpSpPr>
        <p:grpSpPr>
          <a:xfrm>
            <a:off x="9189025" y="2929841"/>
            <a:ext cx="304560" cy="342000"/>
            <a:chOff x="9189025" y="2929841"/>
            <a:chExt cx="304560" cy="34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5" name="Freihand 44">
                  <a:extLst>
                    <a:ext uri="{FF2B5EF4-FFF2-40B4-BE49-F238E27FC236}">
                      <a16:creationId xmlns:a16="http://schemas.microsoft.com/office/drawing/2014/main" id="{048EB144-3DCB-BE55-A2DD-B2F2EA722A0C}"/>
                    </a:ext>
                  </a:extLst>
                </p14:cNvPr>
                <p14:cNvContentPartPr/>
                <p14:nvPr/>
              </p14:nvContentPartPr>
              <p14:xfrm>
                <a:off x="9189025" y="2938121"/>
                <a:ext cx="293040" cy="132840"/>
              </p14:xfrm>
            </p:contentPart>
          </mc:Choice>
          <mc:Fallback>
            <p:pic>
              <p:nvPicPr>
                <p:cNvPr id="45" name="Freihand 44">
                  <a:extLst>
                    <a:ext uri="{FF2B5EF4-FFF2-40B4-BE49-F238E27FC236}">
                      <a16:creationId xmlns:a16="http://schemas.microsoft.com/office/drawing/2014/main" id="{048EB144-3DCB-BE55-A2DD-B2F2EA722A0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182905" y="2932001"/>
                  <a:ext cx="305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6" name="Freihand 45">
                  <a:extLst>
                    <a:ext uri="{FF2B5EF4-FFF2-40B4-BE49-F238E27FC236}">
                      <a16:creationId xmlns:a16="http://schemas.microsoft.com/office/drawing/2014/main" id="{59269C4A-A114-8F4E-C211-ADD687CDAF7A}"/>
                    </a:ext>
                  </a:extLst>
                </p14:cNvPr>
                <p14:cNvContentPartPr/>
                <p14:nvPr/>
              </p14:nvContentPartPr>
              <p14:xfrm>
                <a:off x="9344545" y="2929841"/>
                <a:ext cx="149040" cy="342000"/>
              </p14:xfrm>
            </p:contentPart>
          </mc:Choice>
          <mc:Fallback>
            <p:pic>
              <p:nvPicPr>
                <p:cNvPr id="46" name="Freihand 45">
                  <a:extLst>
                    <a:ext uri="{FF2B5EF4-FFF2-40B4-BE49-F238E27FC236}">
                      <a16:creationId xmlns:a16="http://schemas.microsoft.com/office/drawing/2014/main" id="{59269C4A-A114-8F4E-C211-ADD687CDAF7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338425" y="2923721"/>
                  <a:ext cx="161280" cy="354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Bei tausend Bildern schaut niemand mehr hin</a:t>
            </a:r>
          </a:p>
        </p:txBody>
      </p:sp>
      <p:pic>
        <p:nvPicPr>
          <p:cNvPr id="3" name="Picture 2" descr="07_Grafik_05_Datensat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9505"/>
            <a:ext cx="11420856" cy="46630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Zählt mit: Wie viele Pixel liegen in jedem Bereich?</a:t>
            </a:r>
          </a:p>
        </p:txBody>
      </p:sp>
      <p:pic>
        <p:nvPicPr>
          <p:cNvPr id="3" name="Picture 2" descr="07_Grafik_06_Zaehlt_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79290"/>
            <a:ext cx="11420856" cy="48834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Was ihr gezählt habt, heißt Histogramm</a:t>
            </a:r>
          </a:p>
        </p:txBody>
      </p:sp>
      <p:pic>
        <p:nvPicPr>
          <p:cNvPr id="3" name="Picture 2" descr="07_Grafik_07_Histogramm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08966"/>
            <a:ext cx="11420856" cy="48241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Ein Histogramm zählt Werte, keine Orte</a:t>
            </a:r>
          </a:p>
        </p:txBody>
      </p:sp>
      <p:pic>
        <p:nvPicPr>
          <p:cNvPr id="3" name="Picture 2" descr="07_Grafik_08_Histogramm_F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33485"/>
            <a:ext cx="11420856" cy="45750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Freihand 3">
                <a:extLst>
                  <a:ext uri="{FF2B5EF4-FFF2-40B4-BE49-F238E27FC236}">
                    <a16:creationId xmlns:a16="http://schemas.microsoft.com/office/drawing/2014/main" id="{720CCAA0-2600-8610-3A1E-2E46617F4A2F}"/>
                  </a:ext>
                </a:extLst>
              </p14:cNvPr>
              <p14:cNvContentPartPr/>
              <p14:nvPr/>
            </p14:nvContentPartPr>
            <p14:xfrm>
              <a:off x="1716865" y="2033441"/>
              <a:ext cx="1955880" cy="1897920"/>
            </p14:xfrm>
          </p:contentPart>
        </mc:Choice>
        <mc:Fallback>
          <p:pic>
            <p:nvPicPr>
              <p:cNvPr id="4" name="Freihand 3">
                <a:extLst>
                  <a:ext uri="{FF2B5EF4-FFF2-40B4-BE49-F238E27FC236}">
                    <a16:creationId xmlns:a16="http://schemas.microsoft.com/office/drawing/2014/main" id="{720CCAA0-2600-8610-3A1E-2E46617F4A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0745" y="2027321"/>
                <a:ext cx="1968120" cy="19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Freihand 4">
                <a:extLst>
                  <a:ext uri="{FF2B5EF4-FFF2-40B4-BE49-F238E27FC236}">
                    <a16:creationId xmlns:a16="http://schemas.microsoft.com/office/drawing/2014/main" id="{50A28281-ABCD-452C-ECB6-18291C7423A2}"/>
                  </a:ext>
                </a:extLst>
              </p14:cNvPr>
              <p14:cNvContentPartPr/>
              <p14:nvPr/>
            </p14:nvContentPartPr>
            <p14:xfrm>
              <a:off x="9299185" y="3818321"/>
              <a:ext cx="1876320" cy="1065960"/>
            </p14:xfrm>
          </p:contentPart>
        </mc:Choice>
        <mc:Fallback>
          <p:pic>
            <p:nvPicPr>
              <p:cNvPr id="5" name="Freihand 4">
                <a:extLst>
                  <a:ext uri="{FF2B5EF4-FFF2-40B4-BE49-F238E27FC236}">
                    <a16:creationId xmlns:a16="http://schemas.microsoft.com/office/drawing/2014/main" id="{50A28281-ABCD-452C-ECB6-18291C7423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93065" y="3812201"/>
                <a:ext cx="1888560" cy="10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5A9CB629-7AEA-0724-B563-FD68BA6D67A0}"/>
                  </a:ext>
                </a:extLst>
              </p14:cNvPr>
              <p14:cNvContentPartPr/>
              <p14:nvPr/>
            </p14:nvContentPartPr>
            <p14:xfrm>
              <a:off x="2110345" y="2244401"/>
              <a:ext cx="1180440" cy="993240"/>
            </p14:xfrm>
          </p:contentPart>
        </mc:Choice>
        <mc:Fallback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5A9CB629-7AEA-0724-B563-FD68BA6D67A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04225" y="2238281"/>
                <a:ext cx="1192680" cy="10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E2CC4B5A-FA9B-DBA7-2915-95C3158973E0}"/>
                  </a:ext>
                </a:extLst>
              </p14:cNvPr>
              <p14:cNvContentPartPr/>
              <p14:nvPr/>
            </p14:nvContentPartPr>
            <p14:xfrm>
              <a:off x="7228465" y="4279481"/>
              <a:ext cx="1825920" cy="117360"/>
            </p14:xfrm>
          </p:contentPart>
        </mc:Choice>
        <mc:Fallback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E2CC4B5A-FA9B-DBA7-2915-95C3158973E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22345" y="4273361"/>
                <a:ext cx="183816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428B036C-9457-E960-9832-B2D535747AE1}"/>
                  </a:ext>
                </a:extLst>
              </p14:cNvPr>
              <p14:cNvContentPartPr/>
              <p14:nvPr/>
            </p14:nvContentPartPr>
            <p14:xfrm>
              <a:off x="5681545" y="1305521"/>
              <a:ext cx="6102360" cy="625320"/>
            </p14:xfrm>
          </p:contentPart>
        </mc:Choice>
        <mc:Fallback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428B036C-9457-E960-9832-B2D535747AE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75425" y="1299401"/>
                <a:ext cx="6114600" cy="637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Die Belichtung steht im Histogramm</a:t>
            </a:r>
          </a:p>
        </p:txBody>
      </p:sp>
      <p:pic>
        <p:nvPicPr>
          <p:cNvPr id="3" name="Picture 2" descr="07_Grafik_09_Belicht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71980"/>
            <a:ext cx="11420856" cy="5098087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CC107AED-1C6C-3D85-4B56-B4D24BF62776}"/>
              </a:ext>
            </a:extLst>
          </p:cNvPr>
          <p:cNvSpPr/>
          <p:nvPr/>
        </p:nvSpPr>
        <p:spPr>
          <a:xfrm>
            <a:off x="587556" y="6987673"/>
            <a:ext cx="11732820" cy="22987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Ausgebrannt ist endgültig</a:t>
            </a:r>
          </a:p>
        </p:txBody>
      </p:sp>
      <p:pic>
        <p:nvPicPr>
          <p:cNvPr id="3" name="Picture 2" descr="07_Grafik_10_Cli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03549"/>
            <a:ext cx="11420856" cy="50349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Zwei Zahlen fassen das Histogramm zusammen</a:t>
            </a:r>
          </a:p>
        </p:txBody>
      </p:sp>
      <p:pic>
        <p:nvPicPr>
          <p:cNvPr id="3" name="Picture 2" descr="07_Grafik_11a_Mittel_Streu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00" y="932688"/>
            <a:ext cx="10998150" cy="5376672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A3A42776-3F50-5B58-7000-A094D954E3CD}"/>
              </a:ext>
            </a:extLst>
          </p:cNvPr>
          <p:cNvSpPr/>
          <p:nvPr/>
        </p:nvSpPr>
        <p:spPr>
          <a:xfrm>
            <a:off x="2061939" y="-602382"/>
            <a:ext cx="2190997" cy="1721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21E801A-1B6B-3250-8F89-197A607E3B6D}"/>
              </a:ext>
            </a:extLst>
          </p:cNvPr>
          <p:cNvSpPr/>
          <p:nvPr/>
        </p:nvSpPr>
        <p:spPr>
          <a:xfrm>
            <a:off x="5895775" y="-674982"/>
            <a:ext cx="2190997" cy="1721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A40BCA7-C0E8-4EBF-4F23-004A39E8530B}"/>
              </a:ext>
            </a:extLst>
          </p:cNvPr>
          <p:cNvSpPr/>
          <p:nvPr/>
        </p:nvSpPr>
        <p:spPr>
          <a:xfrm>
            <a:off x="9329911" y="-602382"/>
            <a:ext cx="2190997" cy="1721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485A211-4D01-0E78-94F1-1894B3F6FB49}"/>
              </a:ext>
            </a:extLst>
          </p:cNvPr>
          <p:cNvSpPr/>
          <p:nvPr/>
        </p:nvSpPr>
        <p:spPr>
          <a:xfrm>
            <a:off x="706104" y="6309360"/>
            <a:ext cx="2190997" cy="1721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1FD79AC-8007-4E3E-2E5D-E701D9E87393}"/>
              </a:ext>
            </a:extLst>
          </p:cNvPr>
          <p:cNvSpPr/>
          <p:nvPr/>
        </p:nvSpPr>
        <p:spPr>
          <a:xfrm>
            <a:off x="5824212" y="6418236"/>
            <a:ext cx="2120110" cy="16889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6CC947B-BDFD-9DCF-6033-81AB3419910D}"/>
              </a:ext>
            </a:extLst>
          </p:cNvPr>
          <p:cNvSpPr/>
          <p:nvPr/>
        </p:nvSpPr>
        <p:spPr>
          <a:xfrm>
            <a:off x="9507656" y="7038436"/>
            <a:ext cx="2190997" cy="1721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Die überbelichtete Aufnahme streut weniger</a:t>
            </a:r>
          </a:p>
        </p:txBody>
      </p:sp>
      <p:pic>
        <p:nvPicPr>
          <p:cNvPr id="3" name="Picture 2" descr="07_Grafik_11_Streu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31794"/>
            <a:ext cx="11420856" cy="517845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Quiz: Was verrät das Histogramm?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188720"/>
            <a:ext cx="475488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Picture 3" descr="07_Grafik_20_Quiz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325880"/>
            <a:ext cx="448056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1325880"/>
            <a:ext cx="54864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800" b="1" i="0">
                <a:solidFill>
                  <a:srgbClr val="44546A"/>
                </a:solidFill>
                <a:latin typeface="Carlito"/>
              </a:rPr>
              <a:t>Kamera aufs Handy, Code scannen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44546A"/>
                </a:solidFill>
                <a:latin typeface="Carlito"/>
              </a:rPr>
              <a:t>12 Fragen zu Belichtung, Mittelwert und Streuung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44546A"/>
                </a:solidFill>
                <a:latin typeface="Carlito"/>
              </a:rPr>
              <a:t>Erst nach eurer Antwort kommen Bild und Erklärung.</a:t>
            </a:r>
          </a:p>
          <a:p>
            <a:pPr algn="l">
              <a:spcAft>
                <a:spcPts val="1200"/>
              </a:spcAft>
            </a:pPr>
            <a:r>
              <a:rPr sz="2000" b="0" i="1">
                <a:solidFill>
                  <a:srgbClr val="8C8C8C"/>
                </a:solidFill>
                <a:latin typeface="Carlito"/>
              </a:rPr>
              <a:t>Zum Wiederholen vor DS 04 und vor der Prüfung.</a:t>
            </a:r>
          </a:p>
        </p:txBody>
      </p:sp>
      <p:sp>
        <p:nvSpPr>
          <p:cNvPr id="6" name="Rounded Rectangle 5">
            <a:hlinkClick r:id="rId3"/>
          </p:cNvPr>
          <p:cNvSpPr/>
          <p:nvPr/>
        </p:nvSpPr>
        <p:spPr>
          <a:xfrm>
            <a:off x="6126480" y="4754880"/>
            <a:ext cx="5394960" cy="118872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4800600"/>
            <a:ext cx="5120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rlito"/>
              </a:rPr>
              <a:t>claude.ai/artifact/RpYE39UdyYVjCjgwdgq6Gz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0020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764792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63240" y="160020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Drei Bilder, drei Vorverarbeitungen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1576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880360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271576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Das Messgerät für die Aufnahme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31335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995927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3831335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Die Aufnahmeserie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46903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111495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4946903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Euer Prüfprogramm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So baut ihr euren Aufnahmeplatz</a:t>
            </a:r>
          </a:p>
        </p:txBody>
      </p:sp>
      <p:pic>
        <p:nvPicPr>
          <p:cNvPr id="3" name="Picture 2" descr="07_Grafik_21_Kameraplat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20229"/>
            <a:ext cx="6035040" cy="46175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20840" y="1234440"/>
            <a:ext cx="50292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44546A"/>
                </a:solidFill>
                <a:latin typeface="Carlito"/>
              </a:rPr>
              <a:t>Für alle vier Aufnahmen gleich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44546A"/>
                </a:solidFill>
                <a:latin typeface="Carlito"/>
              </a:rPr>
              <a:t>Kamerahöhe — mit dem Zollstock messen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44546A"/>
                </a:solidFill>
                <a:latin typeface="Carlito"/>
              </a:rPr>
              <a:t>Bauteil auf das Klebeband-Kreuz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44546A"/>
                </a:solidFill>
                <a:latin typeface="Carlito"/>
              </a:rPr>
              <a:t>Kamera und Bauteil nicht mehr bewegen</a:t>
            </a:r>
          </a:p>
          <a:p>
            <a:pPr algn="l">
              <a:spcAft>
                <a:spcPts val="1000"/>
              </a:spcAft>
            </a:pPr>
            <a:r>
              <a:rPr sz="1900" b="0" i="0">
                <a:solidFill>
                  <a:srgbClr val="44546A"/>
                </a:solidFill>
                <a:latin typeface="Carlito"/>
              </a:rPr>
              <a:t>Derselbe Untergrund</a:t>
            </a:r>
          </a:p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E97132"/>
                </a:solidFill>
                <a:latin typeface="Carlito"/>
              </a:rPr>
              <a:t>Die Belichtung ist im Skript fest</a:t>
            </a:r>
          </a:p>
          <a:p>
            <a:pPr algn="l">
              <a:spcAft>
                <a:spcPts val="1000"/>
              </a:spcAft>
            </a:pPr>
            <a:r>
              <a:rPr sz="1600" b="0" i="1">
                <a:solidFill>
                  <a:srgbClr val="44546A"/>
                </a:solidFill>
                <a:latin typeface="Carlito"/>
              </a:rPr>
              <a:t>Sonst gleicht die Automatik genau das aus, was ihr messen wollt.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Das Aufnahmeskript liegt im Repository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109960" cy="292608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102870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So nehmt ihr ein Bild auf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05_aufnahme.py aus dem Repository in euren Ordner laden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Starten — das Kamerafenster zeigt das Livebild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Über das Menü des Kamerafensters speichern, Dateiname mit .jpg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26280"/>
            <a:ext cx="111099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754880"/>
            <a:ext cx="104698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100" b="1">
                <a:solidFill>
                  <a:srgbClr val="E97132"/>
                </a:solidFill>
                <a:latin typeface="Carlito"/>
              </a:rPr>
              <a:t>Vier Bilder, vier Dateinamen.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4546A"/>
                </a:solidFill>
                <a:latin typeface="Carlito"/>
              </a:rPr>
              <a:t>hell, seitlich und misch nehmt ihr selbst auf — dunkel machen alle zusammen, auf Ansage.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Vier Beleuchtungen, dasselbe Bauteil</a:t>
            </a:r>
          </a:p>
        </p:txBody>
      </p:sp>
      <p:pic>
        <p:nvPicPr>
          <p:cNvPr id="3" name="Picture 2" descr="07_Grafik_13_Beleuchtun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10905"/>
            <a:ext cx="11420856" cy="38132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5166360"/>
            <a:ext cx="1051560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539496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E97132"/>
                </a:solidFill>
                <a:latin typeface="Carlito"/>
              </a:rPr>
              <a:t>TT_bauteil_BELEUCHTUNG_NN.jpg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46A"/>
                </a:solidFill>
                <a:latin typeface="Carlito"/>
              </a:rPr>
              <a:t>zum Beispiel 03_lagerbock_seitlich_01.jpg — bild.jpg ist im Dezember wertlos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Diese vier Bilder braucht ihr viermal</a:t>
            </a:r>
          </a:p>
        </p:txBody>
      </p:sp>
      <p:pic>
        <p:nvPicPr>
          <p:cNvPr id="3" name="Picture 2" descr="07_Grafik_14_Term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940918"/>
            <a:ext cx="11420856" cy="19703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E97132"/>
                </a:solidFill>
                <a:latin typeface="Carlito"/>
              </a:rPr>
              <a:t>Wer heute schlampt, merkt es viermal.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KI-Systementwicklung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00200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764792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63240" y="1600200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Drei Bilder, drei Vorverarbeitungen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15768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880360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2715768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Das Messgerät für die Aufnahme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31335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D9D9D9"/>
                </a:solidFill>
                <a:latin typeface="Carlito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995927"/>
            <a:ext cx="32004" cy="676656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3831335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0">
                <a:solidFill>
                  <a:srgbClr val="8C8C8C"/>
                </a:solidFill>
                <a:latin typeface="Carlito"/>
              </a:rPr>
              <a:t>Die Aufnahmeserie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46903"/>
            <a:ext cx="146304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5400" b="1">
                <a:solidFill>
                  <a:srgbClr val="E97132"/>
                </a:solidFill>
                <a:latin typeface="Carlito"/>
              </a:rPr>
              <a:t>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111495"/>
            <a:ext cx="32004" cy="67665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4946903"/>
            <a:ext cx="822960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44546A"/>
                </a:solidFill>
                <a:latin typeface="Carlito"/>
              </a:rPr>
              <a:t>Euer Prüfprogramm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Euer Prüfprogramm — selbst geschrieben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1" y="1419101"/>
            <a:ext cx="6457802" cy="2280064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9175" y="1190500"/>
            <a:ext cx="1028700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 dirty="0" err="1">
                <a:solidFill>
                  <a:srgbClr val="FFFFFF"/>
                </a:solidFill>
                <a:latin typeface="Carlito"/>
              </a:rPr>
              <a:t>Ist</a:t>
            </a:r>
            <a:r>
              <a:rPr sz="3000" b="1" dirty="0">
                <a:solidFill>
                  <a:srgbClr val="FFFFFF"/>
                </a:solidFill>
                <a:latin typeface="Carlito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Carlito"/>
              </a:rPr>
              <a:t>eure</a:t>
            </a:r>
            <a:r>
              <a:rPr sz="3000" b="1" dirty="0">
                <a:solidFill>
                  <a:srgbClr val="FFFFFF"/>
                </a:solidFill>
                <a:latin typeface="Carlito"/>
              </a:rPr>
              <a:t> Serie </a:t>
            </a:r>
            <a:r>
              <a:rPr sz="3000" b="1" dirty="0" err="1">
                <a:solidFill>
                  <a:srgbClr val="FFFFFF"/>
                </a:solidFill>
                <a:latin typeface="Carlito"/>
              </a:rPr>
              <a:t>brauchbar</a:t>
            </a:r>
            <a:r>
              <a:rPr sz="3000" b="1" dirty="0">
                <a:solidFill>
                  <a:srgbClr val="FFFFFF"/>
                </a:solidFill>
                <a:latin typeface="Carlito"/>
              </a:rPr>
              <a:t>?</a:t>
            </a:r>
          </a:p>
          <a:p>
            <a:pPr>
              <a:spcAft>
                <a:spcPts val="800"/>
              </a:spcAft>
            </a:pPr>
            <a:r>
              <a:rPr sz="1900" dirty="0">
                <a:solidFill>
                  <a:srgbClr val="FFFFFF"/>
                </a:solidFill>
                <a:latin typeface="Carlito"/>
              </a:rPr>
              <a:t>1 · Die vier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Aufnahmen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laden und in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Graustufen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umrechnen</a:t>
            </a:r>
            <a:endParaRPr sz="1900" dirty="0">
              <a:solidFill>
                <a:srgbClr val="FFFFFF"/>
              </a:solidFill>
              <a:latin typeface="Carlito"/>
            </a:endParaRPr>
          </a:p>
          <a:p>
            <a:pPr>
              <a:spcAft>
                <a:spcPts val="800"/>
              </a:spcAft>
            </a:pPr>
            <a:r>
              <a:rPr sz="1900" dirty="0">
                <a:solidFill>
                  <a:srgbClr val="FFFFFF"/>
                </a:solidFill>
                <a:latin typeface="Carlito"/>
              </a:rPr>
              <a:t>2 · Die vier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Histogramme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in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ein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Diagramm</a:t>
            </a:r>
            <a:endParaRPr sz="1900" dirty="0">
              <a:solidFill>
                <a:srgbClr val="FFFFFF"/>
              </a:solidFill>
              <a:latin typeface="Carlito"/>
            </a:endParaRPr>
          </a:p>
          <a:p>
            <a:pPr>
              <a:spcAft>
                <a:spcPts val="800"/>
              </a:spcAft>
            </a:pPr>
            <a:r>
              <a:rPr sz="1900" dirty="0">
                <a:solidFill>
                  <a:srgbClr val="FFFFFF"/>
                </a:solidFill>
                <a:latin typeface="Carlito"/>
              </a:rPr>
              <a:t>3 · Je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Aufnahme</a:t>
            </a:r>
            <a:r>
              <a:rPr sz="1900" dirty="0">
                <a:solidFill>
                  <a:srgbClr val="FFFFFF"/>
                </a:solidFill>
                <a:latin typeface="Carlito"/>
              </a:rPr>
              <a:t>: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Mittelwert</a:t>
            </a:r>
            <a:r>
              <a:rPr sz="1900" dirty="0">
                <a:solidFill>
                  <a:srgbClr val="FFFFFF"/>
                </a:solidFill>
                <a:latin typeface="Carlito"/>
              </a:rPr>
              <a:t>,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Streuung</a:t>
            </a:r>
            <a:r>
              <a:rPr sz="1900" dirty="0">
                <a:solidFill>
                  <a:srgbClr val="FFFFFF"/>
                </a:solidFill>
                <a:latin typeface="Carlito"/>
              </a:rPr>
              <a:t>, Pixel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bei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0 und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bei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255</a:t>
            </a:r>
          </a:p>
          <a:p>
            <a:pPr>
              <a:spcAft>
                <a:spcPts val="800"/>
              </a:spcAft>
            </a:pPr>
            <a:r>
              <a:rPr sz="1900" dirty="0">
                <a:solidFill>
                  <a:srgbClr val="FFFFFF"/>
                </a:solidFill>
                <a:latin typeface="Carlito"/>
              </a:rPr>
              <a:t>4 · Der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Anteil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bei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0 und 255 in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Prozent</a:t>
            </a:r>
            <a:endParaRPr sz="1900" dirty="0">
              <a:solidFill>
                <a:srgbClr val="FFFFFF"/>
              </a:solidFill>
              <a:latin typeface="Carli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53695" y="1733797"/>
            <a:ext cx="4228804" cy="76002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75418" y="1881325"/>
            <a:ext cx="4968042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100" b="1" dirty="0">
                <a:solidFill>
                  <a:srgbClr val="E97132"/>
                </a:solidFill>
                <a:latin typeface="Carlito"/>
              </a:rPr>
              <a:t>Die </a:t>
            </a:r>
            <a:r>
              <a:rPr sz="2100" b="1" dirty="0" err="1">
                <a:solidFill>
                  <a:srgbClr val="E97132"/>
                </a:solidFill>
                <a:latin typeface="Carlito"/>
              </a:rPr>
              <a:t>Befehle</a:t>
            </a:r>
            <a:r>
              <a:rPr sz="2100" b="1" dirty="0">
                <a:solidFill>
                  <a:srgbClr val="E97132"/>
                </a:solidFill>
                <a:latin typeface="Carlito"/>
              </a:rPr>
              <a:t> </a:t>
            </a:r>
            <a:r>
              <a:rPr sz="2100" b="1" dirty="0" err="1">
                <a:solidFill>
                  <a:srgbClr val="E97132"/>
                </a:solidFill>
                <a:latin typeface="Carlito"/>
              </a:rPr>
              <a:t>stehen</a:t>
            </a:r>
            <a:r>
              <a:rPr sz="2100" b="1" dirty="0">
                <a:solidFill>
                  <a:srgbClr val="E97132"/>
                </a:solidFill>
                <a:latin typeface="Carlito"/>
              </a:rPr>
              <a:t> </a:t>
            </a:r>
            <a:r>
              <a:rPr sz="2100" b="1" dirty="0" err="1">
                <a:solidFill>
                  <a:srgbClr val="E97132"/>
                </a:solidFill>
                <a:latin typeface="Carlito"/>
              </a:rPr>
              <a:t>im</a:t>
            </a:r>
            <a:r>
              <a:rPr sz="2100" b="1" dirty="0">
                <a:solidFill>
                  <a:srgbClr val="E97132"/>
                </a:solidFill>
                <a:latin typeface="Carlito"/>
              </a:rPr>
              <a:t> </a:t>
            </a:r>
            <a:r>
              <a:rPr sz="2100" b="1" dirty="0" err="1">
                <a:solidFill>
                  <a:srgbClr val="E97132"/>
                </a:solidFill>
                <a:latin typeface="Carlito"/>
              </a:rPr>
              <a:t>Spickzettel</a:t>
            </a:r>
            <a:r>
              <a:rPr sz="2100" b="1" dirty="0">
                <a:solidFill>
                  <a:srgbClr val="E97132"/>
                </a:solidFill>
                <a:latin typeface="Carlito"/>
              </a:rPr>
              <a:t>.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6A8BEDA8-368C-4CEB-1F8D-C57D624E80B5}"/>
              </a:ext>
            </a:extLst>
          </p:cNvPr>
          <p:cNvSpPr/>
          <p:nvPr/>
        </p:nvSpPr>
        <p:spPr>
          <a:xfrm>
            <a:off x="548640" y="3842260"/>
            <a:ext cx="7161415" cy="2202565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CC47814B-A6E3-38B0-9396-1D2A41CF410F}"/>
              </a:ext>
            </a:extLst>
          </p:cNvPr>
          <p:cNvSpPr txBox="1"/>
          <p:nvPr/>
        </p:nvSpPr>
        <p:spPr>
          <a:xfrm>
            <a:off x="640080" y="4042807"/>
            <a:ext cx="9996055" cy="18158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 dirty="0" err="1">
                <a:solidFill>
                  <a:srgbClr val="FFFFFF"/>
                </a:solidFill>
                <a:latin typeface="Carlito"/>
              </a:rPr>
              <a:t>Taugen</a:t>
            </a:r>
            <a:r>
              <a:rPr sz="3000" b="1" dirty="0">
                <a:solidFill>
                  <a:srgbClr val="FFFFFF"/>
                </a:solidFill>
                <a:latin typeface="Carlito"/>
              </a:rPr>
              <a:t> </a:t>
            </a:r>
            <a:r>
              <a:rPr sz="3000" b="1" dirty="0" err="1">
                <a:solidFill>
                  <a:srgbClr val="FFFFFF"/>
                </a:solidFill>
                <a:latin typeface="Carlito"/>
              </a:rPr>
              <a:t>eure</a:t>
            </a:r>
            <a:r>
              <a:rPr sz="3000" b="1" dirty="0">
                <a:solidFill>
                  <a:srgbClr val="FFFFFF"/>
                </a:solidFill>
                <a:latin typeface="Carlito"/>
              </a:rPr>
              <a:t> vier </a:t>
            </a:r>
            <a:r>
              <a:rPr sz="3000" b="1" dirty="0" err="1">
                <a:solidFill>
                  <a:srgbClr val="FFFFFF"/>
                </a:solidFill>
                <a:latin typeface="Carlito"/>
              </a:rPr>
              <a:t>Aufnahmen</a:t>
            </a:r>
            <a:r>
              <a:rPr sz="3000" b="1" dirty="0">
                <a:solidFill>
                  <a:srgbClr val="FFFFFF"/>
                </a:solidFill>
                <a:latin typeface="Carlito"/>
              </a:rPr>
              <a:t>?</a:t>
            </a:r>
          </a:p>
          <a:p>
            <a:pPr>
              <a:spcAft>
                <a:spcPts val="800"/>
              </a:spcAft>
            </a:pPr>
            <a:r>
              <a:rPr sz="1900" dirty="0">
                <a:solidFill>
                  <a:srgbClr val="FFFFFF"/>
                </a:solidFill>
                <a:latin typeface="Carlito"/>
              </a:rPr>
              <a:t>5 ·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Grenzen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selbst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festlegen</a:t>
            </a:r>
            <a:r>
              <a:rPr sz="1900" dirty="0">
                <a:solidFill>
                  <a:srgbClr val="FFFFFF"/>
                </a:solidFill>
                <a:latin typeface="Carlito"/>
              </a:rPr>
              <a:t>: Ab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wann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ausgebrannt</a:t>
            </a:r>
            <a:r>
              <a:rPr sz="1900" dirty="0">
                <a:solidFill>
                  <a:srgbClr val="FFFFFF"/>
                </a:solidFill>
                <a:latin typeface="Carlito"/>
              </a:rPr>
              <a:t>,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zu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dunkel</a:t>
            </a:r>
            <a:r>
              <a:rPr sz="1900" dirty="0">
                <a:solidFill>
                  <a:srgbClr val="FFFFFF"/>
                </a:solidFill>
                <a:latin typeface="Carlito"/>
              </a:rPr>
              <a:t>,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flau</a:t>
            </a:r>
            <a:r>
              <a:rPr sz="1900" dirty="0">
                <a:solidFill>
                  <a:srgbClr val="FFFFFF"/>
                </a:solidFill>
                <a:latin typeface="Carlito"/>
              </a:rPr>
              <a:t>?</a:t>
            </a:r>
          </a:p>
          <a:p>
            <a:pPr>
              <a:spcAft>
                <a:spcPts val="800"/>
              </a:spcAft>
            </a:pPr>
            <a:r>
              <a:rPr sz="1900" dirty="0" err="1">
                <a:solidFill>
                  <a:srgbClr val="FFFFFF"/>
                </a:solidFill>
                <a:latin typeface="Carlito"/>
              </a:rPr>
              <a:t>Mit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if /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elif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/ else für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jede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Aufnahme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ein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Urteil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ausgeben</a:t>
            </a:r>
            <a:endParaRPr sz="1900" dirty="0">
              <a:solidFill>
                <a:srgbClr val="FFFFFF"/>
              </a:solidFill>
              <a:latin typeface="Carlito"/>
            </a:endParaRPr>
          </a:p>
          <a:p>
            <a:pPr>
              <a:spcAft>
                <a:spcPts val="800"/>
              </a:spcAft>
            </a:pPr>
            <a:r>
              <a:rPr sz="1900" dirty="0" err="1">
                <a:solidFill>
                  <a:srgbClr val="FFFFFF"/>
                </a:solidFill>
                <a:latin typeface="Carlito"/>
              </a:rPr>
              <a:t>Mit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eurem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eigenen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Blick</a:t>
            </a:r>
            <a:r>
              <a:rPr sz="1900" dirty="0">
                <a:solidFill>
                  <a:srgbClr val="FFFFFF"/>
                </a:solidFill>
                <a:latin typeface="Carlito"/>
              </a:rPr>
              <a:t> </a:t>
            </a:r>
            <a:r>
              <a:rPr sz="1900" dirty="0" err="1">
                <a:solidFill>
                  <a:srgbClr val="FFFFFF"/>
                </a:solidFill>
                <a:latin typeface="Carlito"/>
              </a:rPr>
              <a:t>vergleichen</a:t>
            </a:r>
            <a:endParaRPr sz="1900" dirty="0">
              <a:solidFill>
                <a:srgbClr val="FFFFFF"/>
              </a:solidFill>
              <a:latin typeface="Carl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So kann euer Ergebnis aussehen</a:t>
            </a:r>
          </a:p>
        </p:txBody>
      </p:sp>
      <p:pic>
        <p:nvPicPr>
          <p:cNvPr id="3" name="Picture 2" descr="07_Grafik_15_Pruefprogra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380905"/>
            <a:ext cx="11420856" cy="448023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Die Aufnahme-Ampel: Zahlen rein, Urteil raus</a:t>
            </a:r>
          </a:p>
        </p:txBody>
      </p:sp>
      <p:pic>
        <p:nvPicPr>
          <p:cNvPr id="3" name="Picture 2" descr="07_Grafik_16_Amp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681165"/>
            <a:ext cx="11420856" cy="387971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Eure Regeln sind Grenzlinien zwischen Punkten</a:t>
            </a:r>
          </a:p>
        </p:txBody>
      </p:sp>
      <p:pic>
        <p:nvPicPr>
          <p:cNvPr id="3" name="Picture 2" descr="07_Grafik_17_Merkmalsra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095444"/>
            <a:ext cx="11420856" cy="505115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Bis nächste Woche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109960" cy="2651760"/>
          </a:xfrm>
          <a:prstGeom prst="roundRect">
            <a:avLst>
              <a:gd name="adj" fmla="val 4000"/>
            </a:avLst>
          </a:prstGeom>
          <a:solidFill>
            <a:srgbClr val="E97132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102870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3000" b="1">
                <a:solidFill>
                  <a:srgbClr val="FFFFFF"/>
                </a:solidFill>
                <a:latin typeface="Carlito"/>
              </a:rPr>
              <a:t>Hausaufgabe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Eine Aufnahme und ihr Histogramm: Berge zuordnen, Schwellwert wählen und begründen.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Vier Schwellwerte vergleichen — und dieselbe Aufnahme bei wenig Licht.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FFFFF"/>
                </a:solidFill>
                <a:latin typeface="Carlito"/>
              </a:rPr>
              <a:t>DS 04 beginnt mit euren Schwellwerten — und mit der Frage, wie eine Maschine sich entscheidet.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5577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44546A"/>
                </a:solidFill>
                <a:latin typeface="Carlito"/>
              </a:rPr>
              <a:t>Glossar heute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44546A"/>
                </a:solidFill>
                <a:latin typeface="Carlito"/>
              </a:rPr>
              <a:t>histogram — Histogramm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44546A"/>
                </a:solidFill>
                <a:latin typeface="Carlito"/>
              </a:rPr>
              <a:t>exposure — Belichtung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44546A"/>
                </a:solidFill>
                <a:latin typeface="Carlito"/>
              </a:rPr>
              <a:t>clipping — Übersteuerung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44546A"/>
                </a:solidFill>
                <a:latin typeface="Carlito"/>
              </a:rPr>
              <a:t>threshold — Schwellwert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Was das Histogramm nicht sieht</a:t>
            </a:r>
          </a:p>
        </p:txBody>
      </p:sp>
      <p:pic>
        <p:nvPicPr>
          <p:cNvPr id="3" name="Picture 2" descr="07_Grafik_18_Unschaer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186" y="1005840"/>
            <a:ext cx="9442579" cy="4206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349240"/>
            <a:ext cx="1110996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5577840"/>
            <a:ext cx="10469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E97132"/>
                </a:solidFill>
                <a:latin typeface="Carlito"/>
              </a:rPr>
              <a:t>Schärfe steckt darin, wo die Werte liegen — das Histogramm zählt nur, wie oft.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4546A"/>
                </a:solidFill>
                <a:latin typeface="Carlito"/>
              </a:rPr>
              <a:t>DS 05: Filter, die jeden Pixel mit seinen Nachbarn vergleichen.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rlito"/>
              </a:rPr>
              <a:t>Ausblick: Das Histogramm prüft auch Farbe</a:t>
            </a:r>
          </a:p>
        </p:txBody>
      </p:sp>
      <p:pic>
        <p:nvPicPr>
          <p:cNvPr id="3" name="Picture 2" descr="07_Grafik_20_Farbpruef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22" y="932688"/>
            <a:ext cx="10844706" cy="53766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orlage_01.potx" id="{2615161D-B22D-40AD-B7B4-2C38E79497BA}" vid="{21684944-A2E8-4194-84DE-5B35D735E350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83A5E682D44794DBB5664561E674637" ma:contentTypeVersion="8" ma:contentTypeDescription="Ein neues Dokument erstellen." ma:contentTypeScope="" ma:versionID="a80c6f6ffbc0bba0efafafc95572e9a3">
  <xsd:schema xmlns:xsd="http://www.w3.org/2001/XMLSchema" xmlns:xs="http://www.w3.org/2001/XMLSchema" xmlns:p="http://schemas.microsoft.com/office/2006/metadata/properties" xmlns:ns2="7a26f399-1951-4138-a923-50b4bb941d1d" targetNamespace="http://schemas.microsoft.com/office/2006/metadata/properties" ma:root="true" ma:fieldsID="e4c097d755a0b302fa195372abc71bbc" ns2:_="">
    <xsd:import namespace="7a26f399-1951-4138-a923-50b4bb941d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f399-1951-4138-a923-50b4bb941d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ildmarkierungen" ma:readOnly="false" ma:fieldId="{5cf76f15-5ced-4ddc-b409-7134ff3c332f}" ma:taxonomyMulti="true" ma:sspId="a5535118-14b6-4b33-a4e2-24823942350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f399-1951-4138-a923-50b4bb941d1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82FB0E5-8801-43B2-B724-2370D44060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26f399-1951-4138-a923-50b4bb941d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7a26f399-1951-4138-a923-50b4bb941d1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643</Words>
  <Application>Microsoft Office PowerPoint</Application>
  <PresentationFormat>Breitbild</PresentationFormat>
  <Paragraphs>108</Paragraphs>
  <Slides>32</Slides>
  <Notes>0</Notes>
  <HiddenSlides>3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32</vt:i4>
      </vt:variant>
    </vt:vector>
  </HeadingPairs>
  <TitlesOfParts>
    <vt:vector size="38" baseType="lpstr">
      <vt:lpstr>Arial</vt:lpstr>
      <vt:lpstr>Calibri</vt:lpstr>
      <vt:lpstr>Carlito</vt:lpstr>
      <vt:lpstr>Consolas</vt:lpstr>
      <vt:lpstr>LMSans10-Regular</vt:lpstr>
      <vt:lpstr>Office</vt:lpstr>
      <vt:lpstr>Histogramm: Taugt die Aufnahme?</vt:lpstr>
      <vt:lpstr>KI-Systementwicklung</vt:lpstr>
      <vt:lpstr>Drei Bilder, drei Merkmale — was wählt ihr?</vt:lpstr>
      <vt:lpstr>Die richtige Vorverarbeitung hängt am Merkmal</vt:lpstr>
      <vt:lpstr>Jeder Hebel hat seinen Preis</vt:lpstr>
      <vt:lpstr>Prüfungsformat: Bleibt der Riss im Netz?</vt:lpstr>
      <vt:lpstr>Nur der enge Ausschnitt rettet den Riss</vt:lpstr>
      <vt:lpstr>KI-Systementwicklung</vt:lpstr>
      <vt:lpstr>PowerPoint-Präsentation</vt:lpstr>
      <vt:lpstr>Welche Aufnahmen taugen – und was ist passiert?</vt:lpstr>
      <vt:lpstr>Bei tausend Bildern schaut niemand mehr hin</vt:lpstr>
      <vt:lpstr>Zählt mit: Wie viele Pixel liegen in jedem Bereich?</vt:lpstr>
      <vt:lpstr>Was ihr gezählt habt, heißt Histogramm</vt:lpstr>
      <vt:lpstr>Ein Histogramm zählt Werte, keine Orte</vt:lpstr>
      <vt:lpstr>Die Belichtung steht im Histogramm</vt:lpstr>
      <vt:lpstr>Ausgebrannt ist endgültig</vt:lpstr>
      <vt:lpstr>Zwei Zahlen fassen das Histogramm zusammen</vt:lpstr>
      <vt:lpstr>Die überbelichtete Aufnahme streut weniger</vt:lpstr>
      <vt:lpstr>Quiz: Was verrät das Histogramm?</vt:lpstr>
      <vt:lpstr>KI-Systementwicklung</vt:lpstr>
      <vt:lpstr>So baut ihr euren Aufnahmeplatz</vt:lpstr>
      <vt:lpstr>Das Aufnahmeskript liegt im Repository</vt:lpstr>
      <vt:lpstr>Vier Beleuchtungen, dasselbe Bauteil</vt:lpstr>
      <vt:lpstr>Diese vier Bilder braucht ihr viermal</vt:lpstr>
      <vt:lpstr>KI-Systementwicklung</vt:lpstr>
      <vt:lpstr>Euer Prüfprogramm — selbst geschrieben</vt:lpstr>
      <vt:lpstr>So kann euer Ergebnis aussehen</vt:lpstr>
      <vt:lpstr>Die Aufnahme-Ampel: Zahlen rein, Urteil raus</vt:lpstr>
      <vt:lpstr>Eure Regeln sind Grenzlinien zwischen Punkten</vt:lpstr>
      <vt:lpstr>Bis nächste Woche</vt:lpstr>
      <vt:lpstr>Was das Histogramm nicht sieht</vt:lpstr>
      <vt:lpstr>Ausblick: Das Histogramm prüft auch Farbe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Mödl Tobias</dc:creator>
  <cp:lastModifiedBy>Sebastian Schaffenroth</cp:lastModifiedBy>
  <cp:revision>13</cp:revision>
  <dcterms:created xsi:type="dcterms:W3CDTF">2025-03-19T14:45:56Z</dcterms:created>
  <dcterms:modified xsi:type="dcterms:W3CDTF">2026-10-06T09:05:16Z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0x010100D83A5E682D44794DBB5664561E674637</vt:lpwstr>
  </property>
  <property fmtid="{D5CDD505-2E9C-101B-9397-08002B2CF9AE}" pid="3" name="MediaServiceImageTags">
    <vt:lpwstr/>
  </property>
</Properties>
</file>