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30"/>
  </p:notesMasterIdLst>
  <p:handoutMasterIdLst>
    <p:handoutMasterId r:id="rId3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7" r:id="rId12"/>
    <p:sldId id="264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63" r:id="rId23"/>
    <p:sldId id="265" r:id="rId24"/>
    <p:sldId id="26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442" y="144"/>
      </p:cViewPr>
      <p:guideLst>
        <p:guide orient="horz" pos="2160"/>
        <p:guide pos="42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03.10.2026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03.10.2026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03.10.2026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03.10.2026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03.10.2026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03.10.2026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03.10.2026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03.10.2026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03.10.2026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03.10.2026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[Name], [Vorname] | [Thema]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03.10.2026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rlito"/>
              </a:rPr>
              <a:t>Das Bild als Datenstruktur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 · Computer Vision · DS 02 · 29.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Warum überhaupt etwas weg muss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Schalthebel — und was jeder kostet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Am eigenen Bild ausprobieren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Antworten, Ausblick, Hausaufgabe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Das Netz nimmt 150 528 Zahlen — mehr nicht</a:t>
            </a:r>
          </a:p>
        </p:txBody>
      </p:sp>
      <p:pic>
        <p:nvPicPr>
          <p:cNvPr id="3" name="Picture 2" descr="07_Grafik_01_Leit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82656"/>
            <a:ext cx="11420856" cy="4076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Frage der Stunde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2103120"/>
            <a:ext cx="1043330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 i="0">
                <a:solidFill>
                  <a:srgbClr val="000000"/>
                </a:solidFill>
                <a:latin typeface="Carlito"/>
              </a:rPr>
              <a:t>99,6 % müssen weg.
Welche Schalthebel haben wir — und was kostet jeder?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Genau dafür gibt es die Station Vorverarbeitung</a:t>
            </a:r>
          </a:p>
        </p:txBody>
      </p:sp>
      <p:pic>
        <p:nvPicPr>
          <p:cNvPr id="3" name="Picture 2" descr="07_Grafik_04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96322"/>
            <a:ext cx="11420856" cy="20494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Warum überhaupt etwas weg muss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Die Schalthebel — und was jeder kostet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Am eigenen Bild ausprobieren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Antworten, Ausblick, Hausaufgabe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Vier Hebel — und einer, der nur so aussieht</a:t>
            </a:r>
          </a:p>
        </p:txBody>
      </p:sp>
      <p:pic>
        <p:nvPicPr>
          <p:cNvPr id="3" name="Picture 2" descr="07_Grafik_02_Hebel_l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08028"/>
            <a:ext cx="11420856" cy="4625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Anfassen lässt sich nur eine Tabelle aus Zahlen</a:t>
            </a:r>
          </a:p>
        </p:txBody>
      </p:sp>
      <p:pic>
        <p:nvPicPr>
          <p:cNvPr id="3" name="Picture 2" descr="07_Grafik_05_Zahlenf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76120"/>
            <a:ext cx="11420856" cy="44898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 Farbbild besteht aus drei Kanälen</a:t>
            </a:r>
          </a:p>
        </p:txBody>
      </p:sp>
      <p:pic>
        <p:nvPicPr>
          <p:cNvPr id="3" name="Picture 2" descr="07_Grafik_10_Kana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46967"/>
            <a:ext cx="11420856" cy="43481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Zeile zuerst — bild[y, x, c]</a:t>
            </a:r>
          </a:p>
        </p:txBody>
      </p:sp>
      <p:pic>
        <p:nvPicPr>
          <p:cNvPr id="3" name="Picture 2" descr="07_Grafik_06_Ach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77799"/>
            <a:ext cx="11420856" cy="40864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Graustufen: aus drei Werten wird einer</a:t>
            </a:r>
          </a:p>
        </p:txBody>
      </p:sp>
      <p:pic>
        <p:nvPicPr>
          <p:cNvPr id="3" name="Picture 2" descr="07_Grafik_21_Grauw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46890"/>
            <a:ext cx="11420856" cy="47482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Hebel 1: Ausschneiden kostet nichts</a:t>
            </a:r>
          </a:p>
        </p:txBody>
      </p:sp>
      <p:pic>
        <p:nvPicPr>
          <p:cNvPr id="3" name="Picture 2" descr="07_Grafik_07_Ausschnei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83056"/>
            <a:ext cx="11420856" cy="50759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Hebel 2: Skalieren trifft das Feine zuerst</a:t>
            </a:r>
          </a:p>
        </p:txBody>
      </p:sp>
      <p:pic>
        <p:nvPicPr>
          <p:cNvPr id="3" name="Picture 2" descr="07_Grafik_08_Skalie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69" y="932687"/>
            <a:ext cx="11305413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Wie viele Pixel bleiben von eurem Merkmal?</a:t>
            </a:r>
          </a:p>
        </p:txBody>
      </p:sp>
      <p:pic>
        <p:nvPicPr>
          <p:cNvPr id="3" name="Picture 2" descr="07_Grafik_09_Merkmalgroe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54274"/>
            <a:ext cx="11420856" cy="49334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Hebel 3: Grau spart Kanäle — und kostet die Farbe</a:t>
            </a:r>
          </a:p>
        </p:txBody>
      </p:sp>
      <p:pic>
        <p:nvPicPr>
          <p:cNvPr id="3" name="Picture 2" descr="07_Grafik_12_Graustuf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7" y="1300786"/>
            <a:ext cx="11420856" cy="46404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Hebel 4: Weniger Stufen je Pixel bringt am wenigsten</a:t>
            </a:r>
          </a:p>
        </p:txBody>
      </p:sp>
      <p:pic>
        <p:nvPicPr>
          <p:cNvPr id="3" name="Picture 2" descr="07_Grafik_13_Bittie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23781"/>
            <a:ext cx="11420856" cy="45944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JPEG verkleinert die Datei, nicht das Zahlenfeld</a:t>
            </a:r>
          </a:p>
        </p:txBody>
      </p:sp>
      <p:pic>
        <p:nvPicPr>
          <p:cNvPr id="3" name="Picture 2" descr="07_Grafik_14_JP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14903"/>
            <a:ext cx="11420855" cy="50122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Reihenfolge ist keine Geschmackssache</a:t>
            </a:r>
          </a:p>
        </p:txBody>
      </p:sp>
      <p:pic>
        <p:nvPicPr>
          <p:cNvPr id="3" name="Picture 2" descr="07_Grafik_16_K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92617"/>
            <a:ext cx="11420856" cy="24568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OpenCV lädt, NumPy rechnet, Matplotlib zeigt</a:t>
            </a:r>
          </a:p>
        </p:txBody>
      </p:sp>
      <p:pic>
        <p:nvPicPr>
          <p:cNvPr id="3" name="Picture 2" descr="07_Grafik_19_Bibliothe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02200"/>
            <a:ext cx="11420856" cy="46376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OpenCV liefert B G R, alles andere erwartet R G B</a:t>
            </a:r>
          </a:p>
        </p:txBody>
      </p:sp>
      <p:pic>
        <p:nvPicPr>
          <p:cNvPr id="3" name="Picture 2" descr="07_Grafik_11_B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38959"/>
            <a:ext cx="11420856" cy="47641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eine Zahl bedeutet, legt der Farbraum fest</a:t>
            </a:r>
          </a:p>
        </p:txBody>
      </p:sp>
      <p:pic>
        <p:nvPicPr>
          <p:cNvPr id="3" name="Picture 2" descr="07_Grafik_20_Farbrae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46539"/>
            <a:ext cx="11420856" cy="43489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Warum überhaupt etwas weg muss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Schalthebel — und was jeder kostet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Am eigenen Bild ausprobieren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Antworten, Ausblick, Hausaufgabe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seid ihr dran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30175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87000" cy="2377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Was werft ihr weg — und was kostet es euch?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1 · Werkstatt, 10 min: Bild laden, invertieren, Pixel auslesen, rotes Quadrat, Größe messen.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2 · Hebel, 20 min: jeden Hebel an eurem Bild ziehen. Was kostet er euch?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3 · Eure Vorverarbeitung, 10 min: Was bekommt das Netz von eurem Bauteil?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05_bildwerkstatt.py — die Befehle stehen drin, der Spickzettel erklärt sie.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10469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C00000"/>
                </a:solidFill>
                <a:latin typeface="Carlito"/>
              </a:rPr>
              <a:t>Fertig? Probiert gerne auch aus!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4546A"/>
                </a:solidFill>
                <a:latin typeface="Carlito"/>
              </a:rPr>
              <a:t>Spiegeln, verpixeln, Kanäle vertauschen, aufhellen … — Vorschläge stehen am Ende des Skripts.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Warum überhaupt etwas weg muss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Schalthebel — und was jeder kostet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Am eigenen Bild ausprobieren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Antworten, Ausblick, Hausaufgabe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ihr gemessen habt: jede Zahl kostet Rechenzeit</a:t>
            </a:r>
          </a:p>
        </p:txBody>
      </p:sp>
      <p:pic>
        <p:nvPicPr>
          <p:cNvPr id="3" name="Picture 2" descr="07_Grafik_15_We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36423"/>
            <a:ext cx="11420856" cy="4769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403</Words>
  <Application>Microsoft Office PowerPoint</Application>
  <PresentationFormat>Breitbild</PresentationFormat>
  <Paragraphs>66</Paragraphs>
  <Slides>25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Carlito</vt:lpstr>
      <vt:lpstr>Consolas</vt:lpstr>
      <vt:lpstr>LMSans10-Regular</vt:lpstr>
      <vt:lpstr>Office</vt:lpstr>
      <vt:lpstr>Das Bild als Datenstruktur</vt:lpstr>
      <vt:lpstr>KI-Systementwicklung</vt:lpstr>
      <vt:lpstr>Das Netz nimmt 150 528 Zahlen — mehr nicht</vt:lpstr>
      <vt:lpstr>Die Frage der Stunde</vt:lpstr>
      <vt:lpstr>Genau dafür gibt es die Station Vorverarbeitung</vt:lpstr>
      <vt:lpstr>KI-Systementwicklung</vt:lpstr>
      <vt:lpstr>Vier Hebel — und einer, der nur so aussieht</vt:lpstr>
      <vt:lpstr>Anfassen lässt sich nur eine Tabelle aus Zahlen</vt:lpstr>
      <vt:lpstr>Ein Farbbild besteht aus drei Kanälen</vt:lpstr>
      <vt:lpstr>Zeile zuerst — bild[y, x, c]</vt:lpstr>
      <vt:lpstr>Graustufen: aus drei Werten wird einer</vt:lpstr>
      <vt:lpstr>Hebel 1: Ausschneiden kostet nichts</vt:lpstr>
      <vt:lpstr>Hebel 2: Skalieren trifft das Feine zuerst</vt:lpstr>
      <vt:lpstr>Wie viele Pixel bleiben von eurem Merkmal?</vt:lpstr>
      <vt:lpstr>Hebel 3: Grau spart Kanäle — und kostet die Farbe</vt:lpstr>
      <vt:lpstr>Hebel 4: Weniger Stufen je Pixel bringt am wenigsten</vt:lpstr>
      <vt:lpstr>JPEG verkleinert die Datei, nicht das Zahlenfeld</vt:lpstr>
      <vt:lpstr>Die Reihenfolge ist keine Geschmackssache</vt:lpstr>
      <vt:lpstr>OpenCV lädt, NumPy rechnet, Matplotlib zeigt</vt:lpstr>
      <vt:lpstr>OpenCV liefert B G R, alles andere erwartet R G B</vt:lpstr>
      <vt:lpstr>Was eine Zahl bedeutet, legt der Farbraum fest</vt:lpstr>
      <vt:lpstr>KI-Systementwicklung</vt:lpstr>
      <vt:lpstr>Jetzt seid ihr dran</vt:lpstr>
      <vt:lpstr>KI-Systementwicklung</vt:lpstr>
      <vt:lpstr>Was ihr gemessen habt: jede Zahl kostet Rechenzeit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Mödl Tobias</dc:creator>
  <cp:lastModifiedBy>Sebastian Schaffenroth</cp:lastModifiedBy>
  <cp:revision>15</cp:revision>
  <dcterms:created xsi:type="dcterms:W3CDTF">2025-03-19T14:45:56Z</dcterms:created>
  <dcterms:modified xsi:type="dcterms:W3CDTF">2026-10-03T15:34:34Z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